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71" r:id="rId2"/>
  </p:sldMasterIdLst>
  <p:notesMasterIdLst>
    <p:notesMasterId r:id="rId20"/>
  </p:notesMasterIdLst>
  <p:sldIdLst>
    <p:sldId id="299" r:id="rId3"/>
    <p:sldId id="257" r:id="rId4"/>
    <p:sldId id="300" r:id="rId5"/>
    <p:sldId id="301" r:id="rId6"/>
    <p:sldId id="302" r:id="rId7"/>
    <p:sldId id="304" r:id="rId8"/>
    <p:sldId id="303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3" r:id="rId17"/>
    <p:sldId id="314" r:id="rId18"/>
    <p:sldId id="315" r:id="rId19"/>
  </p:sldIdLst>
  <p:sldSz cx="14630400" cy="8229600"/>
  <p:notesSz cx="8229600" cy="14630400"/>
  <p:embeddedFontLst>
    <p:embeddedFont>
      <p:font typeface="Poppins" panose="00000500000000000000" pitchFamily="2" charset="0"/>
      <p:regular r:id="rId21"/>
    </p:embeddedFont>
    <p:embeddedFont>
      <p:font typeface="Poppins SemiBold" panose="00000700000000000000" pitchFamily="2" charset="0"/>
      <p:bold r:id="rId22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99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80" autoAdjust="0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108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107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BB47A-AD26-6E18-B4B2-88BD5C79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5B793-5F13-CAD3-72EB-20EA03DD0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9F289-D3C6-6B2D-D98E-5F0FC2E23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20634-EBDC-C98B-3B3C-1CDC303773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23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95D2-E026-D93B-622A-183C34C3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EDCA5-6657-BD24-F406-3910AB100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78031-D849-5B7B-8A00-DFDD3F008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1C3C1-251B-471D-C101-5CC0DD214F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BC2A-570D-E511-AFBA-7CFA1DDD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44A52-E615-724A-D482-400FED7BF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C43D0-506C-798D-9ADA-F005AECFD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B7B8-9BBB-6560-4031-0E3C0DDF94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25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597DB-7811-5042-28B5-478E993F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3A095-64DD-426D-BC63-0E06A6F50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B8BC0-F2AD-67FD-3EC3-F727E8A04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9C715-E9E5-7BD4-B03C-25EDB97D4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3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824FF-367F-4EDF-37ED-195B90C29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0F825-70FC-AF6A-EA97-B07EBC2CC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04CDD-D2A2-174A-D854-5A08C1194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BD092-B5D3-0A8E-FD75-28ABB5DD7A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08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F0595-B079-1575-969B-3BBB475E4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770F9-242B-944F-6140-D4AB5E254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F82F3-8189-D1D2-3DCB-0813140C6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DB8FB-55BF-C124-D87C-1F93FDFB77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46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BF82C-4E26-0E77-365F-49BD56430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BEDCB-4AFE-3D41-3E91-397268F4E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D162C-E9F3-9ACD-BF4C-336934B00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4BE64-C558-CB85-4AAC-E5085F4EE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73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99467-7608-868F-2772-3C91223F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2E4EB-1964-E7B7-B68B-EBE8DBC0A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F4291-8DA3-7F41-D6DF-D22E224B5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5F779-C036-F8C5-1E0E-9907347C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69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27E4E-3882-7E55-4160-41096C289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A3152-CFBC-E6D2-1B83-1C5A0D548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9C3B7-D650-CDEB-BD59-7CEC34D1C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AEC9B-B35D-4C4E-A9EC-BFFE84292F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69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110CB-EA3C-E1BE-F056-A3E3EA4C2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02F25A-759A-6FD6-D702-859300164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489C3-B11E-4CB8-54E0-5DAF5842C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90020-9387-DF65-AEED-0B5B3FA9F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4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40D7D-059B-FA9C-83B0-350609ADB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5EFF0-87DB-FDF1-3F81-AD3D9881E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1ED72-1EAE-7362-59A4-DEBBC3035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53C85-0502-636F-470C-459D5C07E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01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C4C8-F7DD-860C-A650-B6B715DA8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F80F2-8903-FE23-C590-640946EFF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2AB1C-BB25-CFC6-62AC-B02B4FE2E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38AA1-A44A-37E7-5FE8-53A6D191D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69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8D7F3-A60D-3235-F8DE-E91549FB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38288-CD20-EDDA-EE4D-0FDF8BC0E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DEB28-6DF5-3A67-2E6C-744A8C0BA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DB178-5008-A89F-B30B-B4047F2601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50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A9C99-C516-2419-9471-47123DB7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21BAC-EC23-CA09-1C92-3CA766E5E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E8406-E726-0A75-A93C-D804B97F1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72535-B6C2-12C4-8A4F-3C72A6B15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95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C5FC-FC08-0EA3-FC39-C4ABCD5BF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861D3-AD05-8986-2701-B04B3C09B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F2102-9EB7-6E30-BBAA-73A50BD41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75216-AA60-DAF4-7DA3-15A6AC345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19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5"/>
            <a:ext cx="10972800" cy="1986916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27" indent="0" algn="ctr">
              <a:buNone/>
              <a:defRPr sz="2400"/>
            </a:lvl2pPr>
            <a:lvl3pPr marL="1097252" indent="0" algn="ctr">
              <a:buNone/>
              <a:defRPr sz="2160"/>
            </a:lvl3pPr>
            <a:lvl4pPr marL="1645879" indent="0" algn="ctr">
              <a:buNone/>
              <a:defRPr sz="1920"/>
            </a:lvl4pPr>
            <a:lvl5pPr marL="2194505" indent="0" algn="ctr">
              <a:buNone/>
              <a:defRPr sz="1920"/>
            </a:lvl5pPr>
            <a:lvl6pPr marL="2743132" indent="0" algn="ctr">
              <a:buNone/>
              <a:defRPr sz="1920"/>
            </a:lvl6pPr>
            <a:lvl7pPr marL="3291757" indent="0" algn="ctr">
              <a:buNone/>
              <a:defRPr sz="1920"/>
            </a:lvl7pPr>
            <a:lvl8pPr marL="3840384" indent="0" algn="ctr">
              <a:buNone/>
              <a:defRPr sz="1920"/>
            </a:lvl8pPr>
            <a:lvl9pPr marL="4389011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01241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0880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9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8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2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52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879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05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132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757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384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011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474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1"/>
            <a:ext cx="6217920" cy="52216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1"/>
            <a:ext cx="6217920" cy="52216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54984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8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27" indent="0">
              <a:buNone/>
              <a:defRPr sz="2400" b="1"/>
            </a:lvl2pPr>
            <a:lvl3pPr marL="1097252" indent="0">
              <a:buNone/>
              <a:defRPr sz="2160" b="1"/>
            </a:lvl3pPr>
            <a:lvl4pPr marL="1645879" indent="0">
              <a:buNone/>
              <a:defRPr sz="1920" b="1"/>
            </a:lvl4pPr>
            <a:lvl5pPr marL="2194505" indent="0">
              <a:buNone/>
              <a:defRPr sz="1920" b="1"/>
            </a:lvl5pPr>
            <a:lvl6pPr marL="2743132" indent="0">
              <a:buNone/>
              <a:defRPr sz="1920" b="1"/>
            </a:lvl6pPr>
            <a:lvl7pPr marL="3291757" indent="0">
              <a:buNone/>
              <a:defRPr sz="1920" b="1"/>
            </a:lvl7pPr>
            <a:lvl8pPr marL="3840384" indent="0">
              <a:buNone/>
              <a:defRPr sz="1920" b="1"/>
            </a:lvl8pPr>
            <a:lvl9pPr marL="4389011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8" y="3006090"/>
            <a:ext cx="6189344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27" indent="0">
              <a:buNone/>
              <a:defRPr sz="2400" b="1"/>
            </a:lvl2pPr>
            <a:lvl3pPr marL="1097252" indent="0">
              <a:buNone/>
              <a:defRPr sz="2160" b="1"/>
            </a:lvl3pPr>
            <a:lvl4pPr marL="1645879" indent="0">
              <a:buNone/>
              <a:defRPr sz="1920" b="1"/>
            </a:lvl4pPr>
            <a:lvl5pPr marL="2194505" indent="0">
              <a:buNone/>
              <a:defRPr sz="1920" b="1"/>
            </a:lvl5pPr>
            <a:lvl6pPr marL="2743132" indent="0">
              <a:buNone/>
              <a:defRPr sz="1920" b="1"/>
            </a:lvl6pPr>
            <a:lvl7pPr marL="3291757" indent="0">
              <a:buNone/>
              <a:defRPr sz="1920" b="1"/>
            </a:lvl7pPr>
            <a:lvl8pPr marL="3840384" indent="0">
              <a:buNone/>
              <a:defRPr sz="1920" b="1"/>
            </a:lvl8pPr>
            <a:lvl9pPr marL="4389011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3006090"/>
            <a:ext cx="6219826" cy="442150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4502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60102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34888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1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27" indent="0">
              <a:buNone/>
              <a:defRPr sz="1680"/>
            </a:lvl2pPr>
            <a:lvl3pPr marL="1097252" indent="0">
              <a:buNone/>
              <a:defRPr sz="1440"/>
            </a:lvl3pPr>
            <a:lvl4pPr marL="1645879" indent="0">
              <a:buNone/>
              <a:defRPr sz="1200"/>
            </a:lvl4pPr>
            <a:lvl5pPr marL="2194505" indent="0">
              <a:buNone/>
              <a:defRPr sz="1200"/>
            </a:lvl5pPr>
            <a:lvl6pPr marL="2743132" indent="0">
              <a:buNone/>
              <a:defRPr sz="1200"/>
            </a:lvl6pPr>
            <a:lvl7pPr marL="3291757" indent="0">
              <a:buNone/>
              <a:defRPr sz="1200"/>
            </a:lvl7pPr>
            <a:lvl8pPr marL="3840384" indent="0">
              <a:buNone/>
              <a:defRPr sz="1200"/>
            </a:lvl8pPr>
            <a:lvl9pPr marL="4389011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889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2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27" indent="0">
              <a:buNone/>
              <a:defRPr sz="3360"/>
            </a:lvl2pPr>
            <a:lvl3pPr marL="1097252" indent="0">
              <a:buNone/>
              <a:defRPr sz="2880"/>
            </a:lvl3pPr>
            <a:lvl4pPr marL="1645879" indent="0">
              <a:buNone/>
              <a:defRPr sz="2400"/>
            </a:lvl4pPr>
            <a:lvl5pPr marL="2194505" indent="0">
              <a:buNone/>
              <a:defRPr sz="2400"/>
            </a:lvl5pPr>
            <a:lvl6pPr marL="2743132" indent="0">
              <a:buNone/>
              <a:defRPr sz="2400"/>
            </a:lvl6pPr>
            <a:lvl7pPr marL="3291757" indent="0">
              <a:buNone/>
              <a:defRPr sz="2400"/>
            </a:lvl7pPr>
            <a:lvl8pPr marL="3840384" indent="0">
              <a:buNone/>
              <a:defRPr sz="2400"/>
            </a:lvl8pPr>
            <a:lvl9pPr marL="4389011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1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27" indent="0">
              <a:buNone/>
              <a:defRPr sz="1680"/>
            </a:lvl2pPr>
            <a:lvl3pPr marL="1097252" indent="0">
              <a:buNone/>
              <a:defRPr sz="1440"/>
            </a:lvl3pPr>
            <a:lvl4pPr marL="1645879" indent="0">
              <a:buNone/>
              <a:defRPr sz="1200"/>
            </a:lvl4pPr>
            <a:lvl5pPr marL="2194505" indent="0">
              <a:buNone/>
              <a:defRPr sz="1200"/>
            </a:lvl5pPr>
            <a:lvl6pPr marL="2743132" indent="0">
              <a:buNone/>
              <a:defRPr sz="1200"/>
            </a:lvl6pPr>
            <a:lvl7pPr marL="3291757" indent="0">
              <a:buNone/>
              <a:defRPr sz="1200"/>
            </a:lvl7pPr>
            <a:lvl8pPr marL="3840384" indent="0">
              <a:buNone/>
              <a:defRPr sz="1200"/>
            </a:lvl8pPr>
            <a:lvl9pPr marL="4389011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34380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3629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438152"/>
            <a:ext cx="3154680" cy="697420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438152"/>
            <a:ext cx="9281160" cy="69742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098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1"/>
            <a:ext cx="12618720" cy="5221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B50B4-1A01-4AAD-82BD-8F5C25DC84F9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2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FB5DA-2109-4F48-ACBA-11CBAA7FA4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1424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1097252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13" indent="-274313" algn="l" defTabSz="1097252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40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565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192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19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444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4" indent="-274313" algn="l" defTabSz="1097252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7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2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2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7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1" algn="l" defTabSz="1097252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63096F8-CF87-67B8-0978-EFB671E89B98}"/>
              </a:ext>
            </a:extLst>
          </p:cNvPr>
          <p:cNvSpPr txBox="1"/>
          <p:nvPr/>
        </p:nvSpPr>
        <p:spPr>
          <a:xfrm>
            <a:off x="747857" y="1272088"/>
            <a:ext cx="1030458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31502">
              <a:defRPr/>
            </a:pPr>
            <a:r>
              <a:rPr lang="es-ES" sz="6480" dirty="0">
                <a:solidFill>
                  <a:srgbClr val="8CC6E7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PRÁCTICA WINDOWS SERVER</a:t>
            </a:r>
          </a:p>
        </p:txBody>
      </p:sp>
      <p:pic>
        <p:nvPicPr>
          <p:cNvPr id="5" name="Imagen 4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97312610-E7E6-BFE2-2F5D-BF7C9726CD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58" y="6891240"/>
            <a:ext cx="2574709" cy="88038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E1DEAF2-7FD6-9A6B-DEDD-8F8D0164DB2C}"/>
              </a:ext>
            </a:extLst>
          </p:cNvPr>
          <p:cNvSpPr/>
          <p:nvPr/>
        </p:nvSpPr>
        <p:spPr>
          <a:xfrm>
            <a:off x="12624620" y="0"/>
            <a:ext cx="2005781" cy="822960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31502">
              <a:defRPr/>
            </a:pPr>
            <a:endParaRPr lang="es-ES" sz="288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933DAEB-4D55-27B6-A6AE-6774580710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65046" y="0"/>
            <a:ext cx="660730" cy="822960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31502">
              <a:defRPr/>
            </a:pPr>
            <a:endParaRPr lang="es-ES" sz="288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B42C53D-DAD2-D316-C56F-37FF9532A8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338561" y="0"/>
            <a:ext cx="1286059" cy="822960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31502">
              <a:defRPr/>
            </a:pPr>
            <a:endParaRPr lang="es-ES" sz="288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24098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FF988829-471A-EF28-E404-C06D8181B8A4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27AABEE-BD33-E705-B8BD-B48819754DB9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E9FD738-C8E3-A3D4-5AEB-A49C409F965A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FDAF78FF-966F-C96E-FF75-6973BB25D5A4}"/>
              </a:ext>
            </a:extLst>
          </p:cNvPr>
          <p:cNvSpPr txBox="1"/>
          <p:nvPr/>
        </p:nvSpPr>
        <p:spPr>
          <a:xfrm>
            <a:off x="833399" y="536257"/>
            <a:ext cx="114088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1.CREACIÓN DE  USUARIOS 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 GRUPOS.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3B0E32DA-0071-64AC-5522-8517F501EB96}"/>
              </a:ext>
            </a:extLst>
          </p:cNvPr>
          <p:cNvSpPr txBox="1"/>
          <p:nvPr/>
        </p:nvSpPr>
        <p:spPr>
          <a:xfrm>
            <a:off x="750347" y="2252035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debéis crear usuarios y grupos en Windows Server. A continuación, tenéis que subir un pantallazo de los grupos y usuarios creados.</a:t>
            </a:r>
          </a:p>
        </p:txBody>
      </p:sp>
      <p:pic>
        <p:nvPicPr>
          <p:cNvPr id="7" name="Imagen 6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4D9CDA75-D56B-EA92-EAB9-CFF51009BD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59" t="4122" r="13078" b="10938"/>
          <a:stretch>
            <a:fillRect/>
          </a:stretch>
        </p:blipFill>
        <p:spPr>
          <a:xfrm>
            <a:off x="1027416" y="3037008"/>
            <a:ext cx="5745858" cy="4125107"/>
          </a:xfrm>
          <a:prstGeom prst="rect">
            <a:avLst/>
          </a:prstGeom>
        </p:spPr>
      </p:pic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2A56424-DE83-037A-350A-D86042752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273" y="2982928"/>
            <a:ext cx="6462117" cy="45618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E92E-57FA-9BF5-776E-E2EAD6C3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D97BD5D-6F1A-C9A9-B665-B588ADE64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00449256-810F-CF34-2F50-970E90C5D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C3E72885-7964-B401-436F-1037AB727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9BE202E5-0378-0DAD-0770-EE96FA1E19B2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8678EBE-C6F2-903C-9877-E1EB92DF0D0D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32E5933-4CBF-A43D-320B-C7750C890450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CAFD42A3-84D9-FB65-2759-4030023858D1}"/>
              </a:ext>
            </a:extLst>
          </p:cNvPr>
          <p:cNvSpPr txBox="1"/>
          <p:nvPr/>
        </p:nvSpPr>
        <p:spPr>
          <a:xfrm>
            <a:off x="833399" y="536257"/>
            <a:ext cx="113527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2.PRIMER INICIO DE SESIÓN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BBBAA2E6-CFCD-0190-95FD-ACC6AA7AB445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acceder por primera vea a un usuario estándar y hacer un pantallazo de que os pide el cambio de contraseña </a:t>
            </a:r>
          </a:p>
        </p:txBody>
      </p:sp>
      <p:pic>
        <p:nvPicPr>
          <p:cNvPr id="3" name="Imagen 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BEFDC05-309C-CC03-2A50-231E1597E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501" y="2586362"/>
            <a:ext cx="8701531" cy="489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6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DC126-5911-D768-4895-7CB9145A9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4CB3A44D-77E9-C8F8-F435-4E3D0E2F1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83FB63E9-52D7-B52B-12FD-24217D1BA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82B88DB3-47F1-AAEC-51F5-EF2DC37A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8AF0F9D3-545E-DFE1-2583-52184773F762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1C33457-E2E5-1865-29DC-F3CABE9C4D09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BFBD552-D932-0452-2EDE-EEA180D8AD7A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2BA1184C-35C9-5492-0362-EDC507B3CA18}"/>
              </a:ext>
            </a:extLst>
          </p:cNvPr>
          <p:cNvSpPr txBox="1"/>
          <p:nvPr/>
        </p:nvSpPr>
        <p:spPr>
          <a:xfrm>
            <a:off x="833399" y="536257"/>
            <a:ext cx="92704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3.ACCESO REMOTO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3C216803-1922-87B0-0C04-FEE0DD517B3D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subir un pantallazo del acceso remoto que creéis con vuestro ordenador y Windows server.</a:t>
            </a:r>
          </a:p>
        </p:txBody>
      </p:sp>
      <p:pic>
        <p:nvPicPr>
          <p:cNvPr id="9" name="Imagen 8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4CF24C32-C854-C0F9-19E3-38B3FBD0D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18" y="2824181"/>
            <a:ext cx="6718882" cy="4016121"/>
          </a:xfrm>
          <a:prstGeom prst="rect">
            <a:avLst/>
          </a:prstGeom>
        </p:spPr>
      </p:pic>
      <p:pic>
        <p:nvPicPr>
          <p:cNvPr id="10" name="Imagen 9" descr="Una captura de pantalla de una computadora&#10;&#10;El contenido generado por IA puede ser incorrecto.">
            <a:extLst>
              <a:ext uri="{FF2B5EF4-FFF2-40B4-BE49-F238E27FC236}">
                <a16:creationId xmlns:a16="http://schemas.microsoft.com/office/drawing/2014/main" id="{0B8948A4-1178-1E71-1EFD-A3A2AD70C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599" y="2866077"/>
            <a:ext cx="7128731" cy="400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4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455A-9BC5-B81C-0EF8-C220FE2E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DD817DB1-2ABB-7F61-CF57-2705B2F87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7492E9F4-CC48-3528-7248-BC65AA729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AA93A00F-D79D-4615-E07F-2698F572C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5464ACE7-96AA-FAE5-04C3-F347D112CCF2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43AEBAE-4D7E-3243-D208-A250A31E9AE2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C4F654B-7D90-59D0-A123-A79AE53FC065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993AB4EE-1C53-D6C0-EE3C-D1C9A7AEA64C}"/>
              </a:ext>
            </a:extLst>
          </p:cNvPr>
          <p:cNvSpPr txBox="1"/>
          <p:nvPr/>
        </p:nvSpPr>
        <p:spPr>
          <a:xfrm>
            <a:off x="833399" y="536257"/>
            <a:ext cx="97898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2.ACCESO REMOTO 2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D91C4935-CEE0-F6F0-B825-AC3A59251A42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instalar Windows 10 en </a:t>
            </a:r>
            <a:r>
              <a:rPr lang="es-ES" sz="1600" dirty="0" err="1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Virtualbox</a:t>
            </a:r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 crear un acceso remoto en Windows server 2022.</a:t>
            </a:r>
          </a:p>
        </p:txBody>
      </p:sp>
      <p:pic>
        <p:nvPicPr>
          <p:cNvPr id="7" name="Imagen 6" descr="Una captura de pantalla de una computadora&#10;&#10;El contenido generado por IA puede ser incorrecto.">
            <a:extLst>
              <a:ext uri="{FF2B5EF4-FFF2-40B4-BE49-F238E27FC236}">
                <a16:creationId xmlns:a16="http://schemas.microsoft.com/office/drawing/2014/main" id="{AA0F8003-62DA-4AAB-010C-FE739F3E0D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468"/>
          <a:stretch>
            <a:fillRect/>
          </a:stretch>
        </p:blipFill>
        <p:spPr>
          <a:xfrm>
            <a:off x="181100" y="2806003"/>
            <a:ext cx="6302060" cy="4887340"/>
          </a:xfrm>
          <a:prstGeom prst="rect">
            <a:avLst/>
          </a:prstGeom>
        </p:spPr>
      </p:pic>
      <p:pic>
        <p:nvPicPr>
          <p:cNvPr id="9" name="Imagen 8" descr="Una captura de pantalla de una computadora&#10;&#10;El contenido generado por IA puede ser incorrecto.">
            <a:extLst>
              <a:ext uri="{FF2B5EF4-FFF2-40B4-BE49-F238E27FC236}">
                <a16:creationId xmlns:a16="http://schemas.microsoft.com/office/drawing/2014/main" id="{44A70B8A-4FBA-F0FC-9187-DD1F78B48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160" y="3110685"/>
            <a:ext cx="8089418" cy="455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52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3A56C-C833-9E05-8580-69BA68EC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532BE51-45B3-8B3A-1B4F-0F00BFA78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3E21BE2F-6F47-1A8F-A4E0-9E0B68621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4"/>
            <a:ext cx="6462117" cy="1205747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5135B72F-58E8-703A-4087-A340F2449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791CC7A6-4DC7-A804-E2E8-6DDBF42560EA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8B60CC2-A703-4EA4-81C3-7FFBA0BFD437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D654AF7-3962-FA49-A3BA-CD5F734E889C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851C9888-2A41-3C0B-C9F6-D77AC5826AAF}"/>
              </a:ext>
            </a:extLst>
          </p:cNvPr>
          <p:cNvSpPr txBox="1"/>
          <p:nvPr/>
        </p:nvSpPr>
        <p:spPr>
          <a:xfrm>
            <a:off x="833399" y="536257"/>
            <a:ext cx="11341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4.CONFIGURACIÓN DE RED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616D1A9D-8DF7-B3E1-489A-68A379322825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instalar Windows 10 en </a:t>
            </a:r>
            <a:r>
              <a:rPr lang="es-ES" sz="1600" dirty="0" err="1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Virtualbox</a:t>
            </a:r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 crear un acceso remoto en Windows server 2022.</a:t>
            </a:r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986A86DF-F842-3BA8-5CAD-5406E4785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786" y="2446526"/>
            <a:ext cx="8777808" cy="524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9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6E444-7E32-86D3-E64F-C8B26EFB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CDB37394-D8A4-73ED-78BA-F423027B2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67D773E4-D611-A6BF-3D2C-7FB244653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4B84674B-5A08-0BEE-2A48-D7ED8F27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D26A073A-B585-D497-3666-9F52C5150043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84D3B86-997A-F12B-1C69-8F8C44CC55A9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6EE8823-9D21-68EC-3CC1-7B543E0FA659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B186120F-F7D4-22E4-642C-94D6CA50110D}"/>
              </a:ext>
            </a:extLst>
          </p:cNvPr>
          <p:cNvSpPr txBox="1"/>
          <p:nvPr/>
        </p:nvSpPr>
        <p:spPr>
          <a:xfrm>
            <a:off x="833399" y="536257"/>
            <a:ext cx="12135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5. ROLES Y CARACTERISTICAS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161B8F8E-4F2E-9B4A-C399-3FE85AEA5973}"/>
              </a:ext>
            </a:extLst>
          </p:cNvPr>
          <p:cNvSpPr txBox="1"/>
          <p:nvPr/>
        </p:nvSpPr>
        <p:spPr>
          <a:xfrm>
            <a:off x="666251" y="1824278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subir un pantallazo del acceso remoto que creéis con vuestro ordenador y Windows server.</a:t>
            </a: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AFC2DBC-E8D5-0162-BA29-1A9D9EA93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927" y="2907381"/>
            <a:ext cx="7674490" cy="4369240"/>
          </a:xfrm>
          <a:prstGeom prst="rect">
            <a:avLst/>
          </a:prstGeom>
        </p:spPr>
      </p:pic>
      <p:pic>
        <p:nvPicPr>
          <p:cNvPr id="5" name="Imagen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0A2B5EF9-0255-EC0D-D7D4-6205EA5AF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108" y="2907381"/>
            <a:ext cx="7685759" cy="432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25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58F9-F899-07D1-93B2-747413321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A97915EA-2908-5213-5194-D71EB8F63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88529183-ADC5-F1B8-8C4F-12CA153B6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4D5980DB-B70E-366B-BD85-E376B2801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23F8DBD7-C809-A15B-AA42-2B4E2D4EF782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5CAABD9-6086-1EB8-862A-52D26F2525A1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EA315D7-F489-55F6-4097-7331E4821C1F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A20C3771-104F-71DB-4BF9-2A4D694D8054}"/>
              </a:ext>
            </a:extLst>
          </p:cNvPr>
          <p:cNvSpPr txBox="1"/>
          <p:nvPr/>
        </p:nvSpPr>
        <p:spPr>
          <a:xfrm>
            <a:off x="833399" y="536257"/>
            <a:ext cx="105769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6. INSTALACIÓN ACTIVE 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EB870D24-D51F-1CDF-DB55-1D2B0CEA75C4}"/>
              </a:ext>
            </a:extLst>
          </p:cNvPr>
          <p:cNvSpPr txBox="1"/>
          <p:nvPr/>
        </p:nvSpPr>
        <p:spPr>
          <a:xfrm>
            <a:off x="758309" y="2296358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realizar la instalación de AD y subir un pantallazo</a:t>
            </a:r>
          </a:p>
        </p:txBody>
      </p:sp>
      <p:pic>
        <p:nvPicPr>
          <p:cNvPr id="3" name="Imagen 2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9CCF3023-3FC7-80FE-F7E6-6B048C040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575" y="2634912"/>
            <a:ext cx="6618394" cy="549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7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5C7CD-E93E-9360-220A-BF2EBF3B2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6498A5B3-71A2-EEB4-69D2-AF194C195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C6844AE3-B500-221F-C639-210C5933B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1BF9E16C-DA6D-5E9C-F505-2FA2BDFA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8C455A69-703D-B8AB-8ED3-CDAECE1B8012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C7DF424-B301-7B2A-6289-82D49238E22F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7CCA599-0546-61E8-0624-3F4126703F1D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BC178096-D315-90B1-181B-A9C252BE7D5C}"/>
              </a:ext>
            </a:extLst>
          </p:cNvPr>
          <p:cNvSpPr txBox="1"/>
          <p:nvPr/>
        </p:nvSpPr>
        <p:spPr>
          <a:xfrm>
            <a:off x="833399" y="536257"/>
            <a:ext cx="1141209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7. CREACIÓN DE USUARIOS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EN ACTIVE DIRECTORY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8587C49E-201D-68D8-33F3-2A81606FD81B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en AD usuarios y pegar un pantallazo.</a:t>
            </a:r>
          </a:p>
        </p:txBody>
      </p:sp>
      <p:pic>
        <p:nvPicPr>
          <p:cNvPr id="4" name="Imagen 3" descr="Interfaz de usuario gráfica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3D8A4CB1-A41F-EB70-3A0A-6BE5EFD3A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948" y="2578098"/>
            <a:ext cx="6443593" cy="511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5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58CB8-8BE8-4BB0-2C69-A981B237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9B17F6D8-8701-8FAD-20A0-A32581FCF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94187643-9EF7-A160-7688-8E7E3B4AA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C3951492-3BB3-25E6-EE7F-08DE6AD51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819CF12B-E5B7-ECEA-F30C-CCDAD03926F5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0F3E01E-B316-A23E-0097-D159860080C4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F1F396C-20F3-E609-F7A6-C924A3E848D1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355CD7CD-4DD5-E139-9F48-62348B2D9629}"/>
              </a:ext>
            </a:extLst>
          </p:cNvPr>
          <p:cNvSpPr txBox="1"/>
          <p:nvPr/>
        </p:nvSpPr>
        <p:spPr>
          <a:xfrm>
            <a:off x="833399" y="536257"/>
            <a:ext cx="108943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8. CREACIÓN DE GRUPOS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EN ACTIVE DIRECTORY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83499662-9D91-45E4-1F35-3ACAEB2247F2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grupos en AD y pegar un pantallazo</a:t>
            </a:r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B6FF66E-0136-052D-D0DF-9B6D52A8D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222" y="2444471"/>
            <a:ext cx="6478530" cy="545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83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CA13-5319-C49D-4761-807CA2B5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BC6E265-7196-A691-EE3F-1C881391C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CA66B8D1-A2A6-69F7-A8D5-4B4C7295B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2E0A2B2B-810C-335C-E370-CAEE6E7A3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6A7B1BD5-94EC-0830-9F18-E7D3B0F63548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13C92B9-222C-DE02-F582-AB44B79B41DD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1BFC566-E05A-9E7D-6EDE-094E9B6CB357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4808E308-48E6-2D45-C9A9-4A8334254CF2}"/>
              </a:ext>
            </a:extLst>
          </p:cNvPr>
          <p:cNvSpPr txBox="1"/>
          <p:nvPr/>
        </p:nvSpPr>
        <p:spPr>
          <a:xfrm>
            <a:off x="833399" y="536257"/>
            <a:ext cx="115659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9. CREACIÓN DE USUARIOS 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TEMPORALES EN AD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24E24BFE-B783-F471-10B8-03A27EDBAB6A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un usuario temporal y pegar un pantallazo</a:t>
            </a:r>
          </a:p>
        </p:txBody>
      </p:sp>
      <p:pic>
        <p:nvPicPr>
          <p:cNvPr id="4" name="Imagen 3" descr="Una captura de pantalla de una computadora&#10;&#10;El contenido generado por IA puede ser incorrecto.">
            <a:extLst>
              <a:ext uri="{FF2B5EF4-FFF2-40B4-BE49-F238E27FC236}">
                <a16:creationId xmlns:a16="http://schemas.microsoft.com/office/drawing/2014/main" id="{44A4D6BC-41A0-9D72-DB49-A57B1536A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485" y="1482614"/>
            <a:ext cx="6383905" cy="624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96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3FC02-BD73-B568-1B56-DB2FD9E2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B5FB9B6E-C028-F28E-5060-8F48ADB08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BFA10C1D-8668-46F6-8223-D859E7C56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8DA52F40-0A25-233F-C171-B8339961D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24001155-7B3A-87F9-7CB6-4399A927D39A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BEE869E-D366-B428-761A-461C6040F4F1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90FBDD2-F153-D20E-5C2A-C3A6577DAAEB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CA23ACC2-7E22-E481-D703-847F571850F7}"/>
              </a:ext>
            </a:extLst>
          </p:cNvPr>
          <p:cNvSpPr txBox="1"/>
          <p:nvPr/>
        </p:nvSpPr>
        <p:spPr>
          <a:xfrm>
            <a:off x="833399" y="536257"/>
            <a:ext cx="117791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10. CREACIÓN DE  UNIDADES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ORGANIZATIVAS EN AD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74493311-DEA9-58A5-1791-C8DC7125CDCE}"/>
              </a:ext>
            </a:extLst>
          </p:cNvPr>
          <p:cNvSpPr txBox="1"/>
          <p:nvPr/>
        </p:nvSpPr>
        <p:spPr>
          <a:xfrm>
            <a:off x="706026" y="2105917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unidades organizativas en AD y subir un pantallazo</a:t>
            </a:r>
          </a:p>
        </p:txBody>
      </p:sp>
      <p:pic>
        <p:nvPicPr>
          <p:cNvPr id="5" name="Imagen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39716D39-B090-6B4E-C502-3832D43E7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077" y="2632901"/>
            <a:ext cx="5680509" cy="4711216"/>
          </a:xfrm>
          <a:prstGeom prst="rect">
            <a:avLst/>
          </a:prstGeom>
        </p:spPr>
      </p:pic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69D070A-7B1A-60DF-3832-3298111EF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4127" y="2690692"/>
            <a:ext cx="4731071" cy="44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21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03D1-311B-E092-2043-5091224C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C70C60CA-31BC-C8AF-FF5A-0A86A4C70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7D189435-44E6-5627-86EA-88D71F16F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F50CC76B-11F9-AF4B-56D0-3CDDC0E4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97799790-63AE-6E5D-264B-9DAC76EDEE27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715CDD7-CB14-049B-7D9B-168C2B130F76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256F0B1-7B63-A579-430B-5CC952E268CD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0893354C-B231-65F4-0782-D504CAE87E94}"/>
              </a:ext>
            </a:extLst>
          </p:cNvPr>
          <p:cNvSpPr txBox="1"/>
          <p:nvPr/>
        </p:nvSpPr>
        <p:spPr>
          <a:xfrm>
            <a:off x="833399" y="536257"/>
            <a:ext cx="120084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11. UNIR EQUIPOS AL DOMINIO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 INSTALALACIÓN DE W10 ENTERPRISE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89FA32D8-5496-09A0-3086-DE9D60B41DD9}"/>
              </a:ext>
            </a:extLst>
          </p:cNvPr>
          <p:cNvSpPr txBox="1"/>
          <p:nvPr/>
        </p:nvSpPr>
        <p:spPr>
          <a:xfrm>
            <a:off x="706026" y="2105917"/>
            <a:ext cx="10913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instalar Windows 10 Enterprise y unir el equipo al dominio. Subir un pantallazo</a:t>
            </a:r>
          </a:p>
        </p:txBody>
      </p:sp>
      <p:pic>
        <p:nvPicPr>
          <p:cNvPr id="5" name="Imagen 4" descr="Una captura de pantalla de una computadora&#10;&#10;El contenido generado por IA puede ser incorrecto.">
            <a:extLst>
              <a:ext uri="{FF2B5EF4-FFF2-40B4-BE49-F238E27FC236}">
                <a16:creationId xmlns:a16="http://schemas.microsoft.com/office/drawing/2014/main" id="{440FDB61-043A-15D3-3813-73FB375921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29" t="4178" r="9847" b="8293"/>
          <a:stretch>
            <a:fillRect/>
          </a:stretch>
        </p:blipFill>
        <p:spPr>
          <a:xfrm>
            <a:off x="9359643" y="3752195"/>
            <a:ext cx="5212935" cy="3986094"/>
          </a:xfrm>
          <a:prstGeom prst="rect">
            <a:avLst/>
          </a:prstGeom>
        </p:spPr>
      </p:pic>
      <p:pic>
        <p:nvPicPr>
          <p:cNvPr id="7" name="Imagen 6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29E2137D-C4BF-AEC3-0B8A-3215C5CA6D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67" t="2728" r="11264" b="6867"/>
          <a:stretch>
            <a:fillRect/>
          </a:stretch>
        </p:blipFill>
        <p:spPr>
          <a:xfrm>
            <a:off x="4708732" y="3604228"/>
            <a:ext cx="5212935" cy="4089115"/>
          </a:xfrm>
          <a:prstGeom prst="rect">
            <a:avLst/>
          </a:prstGeom>
        </p:spPr>
      </p:pic>
      <p:pic>
        <p:nvPicPr>
          <p:cNvPr id="10" name="Imagen 9" descr="Pantalla de celular con imagen de la pantalla de un celular&#10;&#10;El contenido generado por IA puede ser incorrecto.">
            <a:extLst>
              <a:ext uri="{FF2B5EF4-FFF2-40B4-BE49-F238E27FC236}">
                <a16:creationId xmlns:a16="http://schemas.microsoft.com/office/drawing/2014/main" id="{1A929CA1-BDA0-B7C2-551C-7496039B2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893" y="3675577"/>
            <a:ext cx="5096255" cy="381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68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02731-12DE-8D19-2E53-E5460C83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5629874C-7BA4-756E-393A-A4FA3B5EC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23F34104-0587-E617-A7CF-9E1C87D95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02930CC5-CA5B-A790-2842-32DD8A78A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BE62CA7D-CB1D-4F8F-F7CC-7831930A67EB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221A7CC-99FB-122A-BE70-A8B7115E3DB9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7A9A9BF-473B-6697-ECA3-47B7AC63A82B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97FFF027-444B-6AA7-9962-AB9C03EA429F}"/>
              </a:ext>
            </a:extLst>
          </p:cNvPr>
          <p:cNvSpPr txBox="1"/>
          <p:nvPr/>
        </p:nvSpPr>
        <p:spPr>
          <a:xfrm>
            <a:off x="833399" y="536257"/>
            <a:ext cx="11854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12. CREAR UN SERVIDOR DNS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6E468256-D28B-FA95-8D65-39D723CF472D}"/>
              </a:ext>
            </a:extLst>
          </p:cNvPr>
          <p:cNvSpPr txBox="1"/>
          <p:nvPr/>
        </p:nvSpPr>
        <p:spPr>
          <a:xfrm>
            <a:off x="706026" y="1709410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un servidor DNS y pegar un pantallazo.</a:t>
            </a:r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767144F-C0E6-AC19-ACBC-7A24579CC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949" y="1709410"/>
            <a:ext cx="7622849" cy="6149683"/>
          </a:xfrm>
          <a:prstGeom prst="rect">
            <a:avLst/>
          </a:prstGeom>
        </p:spPr>
      </p:pic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9A7C942-0CD3-4E6F-AAEB-DBFBF4523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974" y="1457144"/>
            <a:ext cx="8090115" cy="657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12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C5390-4441-D5E5-0C94-1380A758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C2F0090-21B5-C8AC-9C45-357E28733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4B9738AE-4A00-4B47-6929-567F2D7F5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D5659E46-B506-C129-E346-ADB5A8E9D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520082A4-D9D4-CA00-F5B6-1111B7984576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53C54FD-E928-CD09-0415-99FF991760C3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B95EDD1-3481-5F1D-B58B-17138335A103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BAC2BA0E-C9B6-3A61-52BF-FE37A74D2A91}"/>
              </a:ext>
            </a:extLst>
          </p:cNvPr>
          <p:cNvSpPr txBox="1"/>
          <p:nvPr/>
        </p:nvSpPr>
        <p:spPr>
          <a:xfrm>
            <a:off x="833399" y="536257"/>
            <a:ext cx="114649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13. REGISTRO DNS Y SUFIJO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555DDAEB-2C78-C854-C595-E5B1B236E640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crear un registro DNS y subir un pantallazo.</a:t>
            </a:r>
          </a:p>
        </p:txBody>
      </p:sp>
    </p:spTree>
    <p:extLst>
      <p:ext uri="{BB962C8B-B14F-4D97-AF65-F5344CB8AC3E}">
        <p14:creationId xmlns:p14="http://schemas.microsoft.com/office/powerpoint/2010/main" val="2630964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4129-D314-7BF7-B36A-5918A92B7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4360A454-DA0F-BE6D-4F08-777ED7DFD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D1D864EC-2375-FE27-D773-8664BBDBE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50EA8788-DDDC-0A3E-5F58-59D952A8A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A946A21D-5D9C-D027-D7F7-D1D3EE9419B4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BDE9F3F-DCEB-A9CE-BF4D-5BB9C85840D0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7C765BB-2599-1191-2015-D5F284243332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B1D67555-DC8E-E317-FD23-151B0B57AD7A}"/>
              </a:ext>
            </a:extLst>
          </p:cNvPr>
          <p:cNvSpPr txBox="1"/>
          <p:nvPr/>
        </p:nvSpPr>
        <p:spPr>
          <a:xfrm>
            <a:off x="833399" y="536257"/>
            <a:ext cx="99565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14. DHCP CREACIÓN Y</a:t>
            </a:r>
          </a:p>
          <a:p>
            <a:pPr defTabSz="609585"/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CONFIGURACIÓN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5ED0DA0A-A007-A395-B1CF-754BEE06FA7C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 crear y configurar el DHCP y pegar un pantallazo</a:t>
            </a:r>
          </a:p>
        </p:txBody>
      </p:sp>
    </p:spTree>
    <p:extLst>
      <p:ext uri="{BB962C8B-B14F-4D97-AF65-F5344CB8AC3E}">
        <p14:creationId xmlns:p14="http://schemas.microsoft.com/office/powerpoint/2010/main" val="248722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745BA-6871-4A47-8C36-91D14FB4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48F6BA6B-C958-988F-0A91-42CE4DEC5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2759869"/>
            <a:ext cx="6462117" cy="22860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4A451FCE-A4ED-C51B-88BF-094BAFA83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4241125"/>
            <a:ext cx="6462117" cy="22860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38F65C4C-BC1A-1978-F687-35C142275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4" y="5722382"/>
            <a:ext cx="6462117" cy="2286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24EB008D-3A98-0048-7884-A4C18CC050A8}"/>
              </a:ext>
            </a:extLst>
          </p:cNvPr>
          <p:cNvSpPr/>
          <p:nvPr/>
        </p:nvSpPr>
        <p:spPr>
          <a:xfrm>
            <a:off x="12901094" y="-25360"/>
            <a:ext cx="1671484" cy="8209240"/>
          </a:xfrm>
          <a:prstGeom prst="rect">
            <a:avLst/>
          </a:prstGeom>
          <a:solidFill>
            <a:srgbClr val="D724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1B8319C-9E1B-980A-DC91-F9CBA19E49A8}"/>
              </a:ext>
            </a:extLst>
          </p:cNvPr>
          <p:cNvSpPr/>
          <p:nvPr/>
        </p:nvSpPr>
        <p:spPr>
          <a:xfrm>
            <a:off x="12684782" y="-25360"/>
            <a:ext cx="550608" cy="8209240"/>
          </a:xfrm>
          <a:prstGeom prst="rect">
            <a:avLst/>
          </a:prstGeom>
          <a:solidFill>
            <a:srgbClr val="F69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D0679FD-C031-0E0B-079E-64954531BF34}"/>
              </a:ext>
            </a:extLst>
          </p:cNvPr>
          <p:cNvSpPr/>
          <p:nvPr/>
        </p:nvSpPr>
        <p:spPr>
          <a:xfrm>
            <a:off x="11829378" y="-25360"/>
            <a:ext cx="1071716" cy="8209240"/>
          </a:xfrm>
          <a:prstGeom prst="rect">
            <a:avLst/>
          </a:prstGeom>
          <a:solidFill>
            <a:srgbClr val="8CC6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uadroTexto 3">
            <a:extLst>
              <a:ext uri="{FF2B5EF4-FFF2-40B4-BE49-F238E27FC236}">
                <a16:creationId xmlns:a16="http://schemas.microsoft.com/office/drawing/2014/main" id="{C21BD3E5-37DC-7DA1-0D58-E68CB860EC3A}"/>
              </a:ext>
            </a:extLst>
          </p:cNvPr>
          <p:cNvSpPr txBox="1"/>
          <p:nvPr/>
        </p:nvSpPr>
        <p:spPr>
          <a:xfrm>
            <a:off x="833399" y="536257"/>
            <a:ext cx="95830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 sz="1800"/>
            </a:pPr>
            <a:r>
              <a:rPr lang="es-ES" sz="4800" dirty="0">
                <a:solidFill>
                  <a:srgbClr val="F699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ACTIVIDAD 15. </a:t>
            </a:r>
            <a:r>
              <a:rPr lang="es-ES" sz="4800" dirty="0">
                <a:solidFill>
                  <a:srgbClr val="F699CB"/>
                </a:solidFill>
                <a:latin typeface="Poppins" pitchFamily="18"/>
                <a:ea typeface="Microsoft YaHei" pitchFamily="2"/>
                <a:cs typeface="Poppins" pitchFamily="2"/>
              </a:rPr>
              <a:t>GPO CREACIÓN Y</a:t>
            </a:r>
          </a:p>
          <a:p>
            <a:pPr lvl="0">
              <a:defRPr sz="1800"/>
            </a:pPr>
            <a:r>
              <a:rPr lang="es-ES" sz="4800" dirty="0">
                <a:solidFill>
                  <a:srgbClr val="F699CB"/>
                </a:solidFill>
                <a:latin typeface="Poppins" pitchFamily="18"/>
                <a:ea typeface="Microsoft YaHei" pitchFamily="2"/>
                <a:cs typeface="Poppins" pitchFamily="2"/>
              </a:rPr>
              <a:t> CONFIGURACIÓN</a:t>
            </a:r>
          </a:p>
        </p:txBody>
      </p:sp>
      <p:sp>
        <p:nvSpPr>
          <p:cNvPr id="31" name="CuadroTexto 10">
            <a:extLst>
              <a:ext uri="{FF2B5EF4-FFF2-40B4-BE49-F238E27FC236}">
                <a16:creationId xmlns:a16="http://schemas.microsoft.com/office/drawing/2014/main" id="{2144462E-AE00-AFDD-7F99-694873E38485}"/>
              </a:ext>
            </a:extLst>
          </p:cNvPr>
          <p:cNvSpPr txBox="1"/>
          <p:nvPr/>
        </p:nvSpPr>
        <p:spPr>
          <a:xfrm>
            <a:off x="706026" y="2105917"/>
            <a:ext cx="10913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Siguiendo las instrucciones del profesor tenéis que  crear y configurar el GPO y pegar un pantallazo</a:t>
            </a:r>
          </a:p>
        </p:txBody>
      </p:sp>
    </p:spTree>
    <p:extLst>
      <p:ext uri="{BB962C8B-B14F-4D97-AF65-F5344CB8AC3E}">
        <p14:creationId xmlns:p14="http://schemas.microsoft.com/office/powerpoint/2010/main" val="1379939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CEAC FP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2F86"/>
      </a:accent1>
      <a:accent2>
        <a:srgbClr val="FF8300"/>
      </a:accent2>
      <a:accent3>
        <a:srgbClr val="08CCAD"/>
      </a:accent3>
      <a:accent4>
        <a:srgbClr val="85D3FF"/>
      </a:accent4>
      <a:accent5>
        <a:srgbClr val="F699CB"/>
      </a:accent5>
      <a:accent6>
        <a:srgbClr val="FFE6CC"/>
      </a:accent6>
      <a:hlink>
        <a:srgbClr val="467886"/>
      </a:hlink>
      <a:folHlink>
        <a:srgbClr val="96607D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451</Words>
  <Application>Microsoft Office PowerPoint</Application>
  <PresentationFormat>Personalizado</PresentationFormat>
  <Paragraphs>58</Paragraphs>
  <Slides>17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Calibri</vt:lpstr>
      <vt:lpstr>Arial</vt:lpstr>
      <vt:lpstr>Poppins SemiBold</vt:lpstr>
      <vt:lpstr>Poppins</vt:lpstr>
      <vt:lpstr>Calibri Light</vt:lpstr>
      <vt:lpstr>Office Theme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irene magar</dc:creator>
  <cp:lastModifiedBy>RODRIGO MENENDEZ MOLINA</cp:lastModifiedBy>
  <cp:revision>24</cp:revision>
  <dcterms:created xsi:type="dcterms:W3CDTF">2025-10-19T11:28:07Z</dcterms:created>
  <dcterms:modified xsi:type="dcterms:W3CDTF">2026-01-07T11:42:27Z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2025-10-19T11:34:56Z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baebe467-47d5-48b9-8830-0d54fa0099cf</vt:lpwstr>
  </property>
  <property fmtid="{D5CDD505-2E9C-101B-9397-08002B2CF9AE}" pid="7" name="MSIP_Label_defa4170-0d19-0005-0004-bc88714345d2_ActionId">
    <vt:lpwstr>b96c8090-2ab9-4bfd-9b54-a6ddfa6de131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