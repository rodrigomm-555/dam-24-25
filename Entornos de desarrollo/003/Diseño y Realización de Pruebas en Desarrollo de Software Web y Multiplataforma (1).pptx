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2923AD-7B9D-8732-017F-F8CC0A3C9AA5}" v="1" dt="2025-12-11T12:14:08.832"/>
    <p1510:client id="{76891044-FFAF-329E-C66E-0105870DCD10}" v="236" dt="2025-12-11T11:25:32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ctor Bordes Ramirez" userId="155ad198-380a-41b1-82d1-f97aea47d21f" providerId="ADAL" clId="{87837F78-4C14-49C0-A851-0411B03D7DF5}"/>
    <pc:docChg chg="modSld">
      <pc:chgData name="Hector Bordes Ramirez" userId="155ad198-380a-41b1-82d1-f97aea47d21f" providerId="ADAL" clId="{87837F78-4C14-49C0-A851-0411B03D7DF5}" dt="2025-12-11T09:14:02.069" v="10" actId="20577"/>
      <pc:docMkLst>
        <pc:docMk/>
      </pc:docMkLst>
      <pc:sldChg chg="modSp mod">
        <pc:chgData name="Hector Bordes Ramirez" userId="155ad198-380a-41b1-82d1-f97aea47d21f" providerId="ADAL" clId="{87837F78-4C14-49C0-A851-0411B03D7DF5}" dt="2025-12-11T09:14:02.069" v="10" actId="20577"/>
        <pc:sldMkLst>
          <pc:docMk/>
          <pc:sldMk cId="0" sldId="262"/>
        </pc:sldMkLst>
        <pc:spChg chg="mod">
          <ac:chgData name="Hector Bordes Ramirez" userId="155ad198-380a-41b1-82d1-f97aea47d21f" providerId="ADAL" clId="{87837F78-4C14-49C0-A851-0411B03D7DF5}" dt="2025-12-11T09:14:02.069" v="10" actId="20577"/>
          <ac:spMkLst>
            <pc:docMk/>
            <pc:sldMk cId="0" sldId="262"/>
            <ac:spMk id="16" creationId="{00000000-0000-0000-0000-000000000000}"/>
          </ac:spMkLst>
        </pc:spChg>
      </pc:sldChg>
    </pc:docChg>
  </pc:docChgLst>
  <pc:docChgLst>
    <pc:chgData name="Hector Bordes Ramirez" userId="S::hector.bordes.ramirez@ceacfp.es::155ad198-380a-41b1-82d1-f97aea47d21f" providerId="AD" clId="Web-{432923AD-7B9D-8732-017F-F8CC0A3C9AA5}"/>
    <pc:docChg chg="modSld">
      <pc:chgData name="Hector Bordes Ramirez" userId="S::hector.bordes.ramirez@ceacfp.es::155ad198-380a-41b1-82d1-f97aea47d21f" providerId="AD" clId="Web-{432923AD-7B9D-8732-017F-F8CC0A3C9AA5}" dt="2025-12-11T12:14:08.832" v="0" actId="14100"/>
      <pc:docMkLst>
        <pc:docMk/>
      </pc:docMkLst>
      <pc:sldChg chg="modSp">
        <pc:chgData name="Hector Bordes Ramirez" userId="S::hector.bordes.ramirez@ceacfp.es::155ad198-380a-41b1-82d1-f97aea47d21f" providerId="AD" clId="Web-{432923AD-7B9D-8732-017F-F8CC0A3C9AA5}" dt="2025-12-11T12:14:08.832" v="0" actId="14100"/>
        <pc:sldMkLst>
          <pc:docMk/>
          <pc:sldMk cId="0" sldId="265"/>
        </pc:sldMkLst>
        <pc:spChg chg="mod">
          <ac:chgData name="Hector Bordes Ramirez" userId="S::hector.bordes.ramirez@ceacfp.es::155ad198-380a-41b1-82d1-f97aea47d21f" providerId="AD" clId="Web-{432923AD-7B9D-8732-017F-F8CC0A3C9AA5}" dt="2025-12-11T12:14:08.832" v="0" actId="14100"/>
          <ac:spMkLst>
            <pc:docMk/>
            <pc:sldMk cId="0" sldId="265"/>
            <ac:spMk id="18" creationId="{00000000-0000-0000-0000-000000000000}"/>
          </ac:spMkLst>
        </pc:spChg>
      </pc:sldChg>
    </pc:docChg>
  </pc:docChgLst>
  <pc:docChgLst>
    <pc:chgData name="Hector Bordes Ramirez" userId="S::hector.bordes.ramirez@ceacfp.es::155ad198-380a-41b1-82d1-f97aea47d21f" providerId="AD" clId="Web-{76891044-FFAF-329E-C66E-0105870DCD10}"/>
    <pc:docChg chg="delSld modSld">
      <pc:chgData name="Hector Bordes Ramirez" userId="S::hector.bordes.ramirez@ceacfp.es::155ad198-380a-41b1-82d1-f97aea47d21f" providerId="AD" clId="Web-{76891044-FFAF-329E-C66E-0105870DCD10}" dt="2025-12-11T11:25:32.836" v="184" actId="1076"/>
      <pc:docMkLst>
        <pc:docMk/>
      </pc:docMkLst>
      <pc:sldChg chg="modSp">
        <pc:chgData name="Hector Bordes Ramirez" userId="S::hector.bordes.ramirez@ceacfp.es::155ad198-380a-41b1-82d1-f97aea47d21f" providerId="AD" clId="Web-{76891044-FFAF-329E-C66E-0105870DCD10}" dt="2025-12-11T10:56:51.554" v="1" actId="20577"/>
        <pc:sldMkLst>
          <pc:docMk/>
          <pc:sldMk cId="0" sldId="256"/>
        </pc:sldMkLst>
        <pc:spChg chg="mod">
          <ac:chgData name="Hector Bordes Ramirez" userId="S::hector.bordes.ramirez@ceacfp.es::155ad198-380a-41b1-82d1-f97aea47d21f" providerId="AD" clId="Web-{76891044-FFAF-329E-C66E-0105870DCD10}" dt="2025-12-11T10:56:51.554" v="1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20:22.796" v="151" actId="20577"/>
        <pc:sldMkLst>
          <pc:docMk/>
          <pc:sldMk cId="0" sldId="257"/>
        </pc:sldMkLst>
        <pc:spChg chg="mod">
          <ac:chgData name="Hector Bordes Ramirez" userId="S::hector.bordes.ramirez@ceacfp.es::155ad198-380a-41b1-82d1-f97aea47d21f" providerId="AD" clId="Web-{76891044-FFAF-329E-C66E-0105870DCD10}" dt="2025-12-11T11:20:22.796" v="151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Hector Bordes Ramirez" userId="S::hector.bordes.ramirez@ceacfp.es::155ad198-380a-41b1-82d1-f97aea47d21f" providerId="AD" clId="Web-{76891044-FFAF-329E-C66E-0105870DCD10}" dt="2025-12-11T11:20:18.671" v="150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20:48.640" v="163" actId="20577"/>
        <pc:sldMkLst>
          <pc:docMk/>
          <pc:sldMk cId="0" sldId="258"/>
        </pc:sldMkLst>
        <pc:spChg chg="mod">
          <ac:chgData name="Hector Bordes Ramirez" userId="S::hector.bordes.ramirez@ceacfp.es::155ad198-380a-41b1-82d1-f97aea47d21f" providerId="AD" clId="Web-{76891044-FFAF-329E-C66E-0105870DCD10}" dt="2025-12-11T11:20:48.640" v="163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Hector Bordes Ramirez" userId="S::hector.bordes.ramirez@ceacfp.es::155ad198-380a-41b1-82d1-f97aea47d21f" providerId="AD" clId="Web-{76891044-FFAF-329E-C66E-0105870DCD10}" dt="2025-12-11T11:17:47.198" v="141" actId="20577"/>
          <ac:spMkLst>
            <pc:docMk/>
            <pc:sldMk cId="0" sldId="258"/>
            <ac:spMk id="7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25:32.836" v="184" actId="1076"/>
        <pc:sldMkLst>
          <pc:docMk/>
          <pc:sldMk cId="0" sldId="259"/>
        </pc:sldMkLst>
        <pc:spChg chg="mod">
          <ac:chgData name="Hector Bordes Ramirez" userId="S::hector.bordes.ramirez@ceacfp.es::155ad198-380a-41b1-82d1-f97aea47d21f" providerId="AD" clId="Web-{76891044-FFAF-329E-C66E-0105870DCD10}" dt="2025-12-11T10:57:19.915" v="3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Hector Bordes Ramirez" userId="S::hector.bordes.ramirez@ceacfp.es::155ad198-380a-41b1-82d1-f97aea47d21f" providerId="AD" clId="Web-{76891044-FFAF-329E-C66E-0105870DCD10}" dt="2025-12-11T11:25:32.836" v="184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Hector Bordes Ramirez" userId="S::hector.bordes.ramirez@ceacfp.es::155ad198-380a-41b1-82d1-f97aea47d21f" providerId="AD" clId="Web-{76891044-FFAF-329E-C66E-0105870DCD10}" dt="2025-12-11T11:25:26.648" v="183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Hector Bordes Ramirez" userId="S::hector.bordes.ramirez@ceacfp.es::155ad198-380a-41b1-82d1-f97aea47d21f" providerId="AD" clId="Web-{76891044-FFAF-329E-C66E-0105870DCD10}" dt="2025-12-11T10:57:40.416" v="5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Hector Bordes Ramirez" userId="S::hector.bordes.ramirez@ceacfp.es::155ad198-380a-41b1-82d1-f97aea47d21f" providerId="AD" clId="Web-{76891044-FFAF-329E-C66E-0105870DCD10}" dt="2025-12-11T11:24:14.567" v="165" actId="20577"/>
          <ac:spMkLst>
            <pc:docMk/>
            <pc:sldMk cId="0" sldId="259"/>
            <ac:spMk id="20" creationId="{00000000-0000-0000-0000-000000000000}"/>
          </ac:spMkLst>
        </pc:spChg>
      </pc:sldChg>
      <pc:sldChg chg="modSp del">
        <pc:chgData name="Hector Bordes Ramirez" userId="S::hector.bordes.ramirez@ceacfp.es::155ad198-380a-41b1-82d1-f97aea47d21f" providerId="AD" clId="Web-{76891044-FFAF-329E-C66E-0105870DCD10}" dt="2025-12-11T11:10:23.300" v="66"/>
        <pc:sldMkLst>
          <pc:docMk/>
          <pc:sldMk cId="0" sldId="261"/>
        </pc:sldMkLst>
        <pc:spChg chg="mod">
          <ac:chgData name="Hector Bordes Ramirez" userId="S::hector.bordes.ramirez@ceacfp.es::155ad198-380a-41b1-82d1-f97aea47d21f" providerId="AD" clId="Web-{76891044-FFAF-329E-C66E-0105870DCD10}" dt="2025-12-11T10:59:13.983" v="6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0:48.502" v="7" actId="20577"/>
        <pc:sldMkLst>
          <pc:docMk/>
          <pc:sldMk cId="0" sldId="264"/>
        </pc:sldMkLst>
        <pc:spChg chg="mod">
          <ac:chgData name="Hector Bordes Ramirez" userId="S::hector.bordes.ramirez@ceacfp.es::155ad198-380a-41b1-82d1-f97aea47d21f" providerId="AD" clId="Web-{76891044-FFAF-329E-C66E-0105870DCD10}" dt="2025-12-11T11:00:48.502" v="7" actId="20577"/>
          <ac:spMkLst>
            <pc:docMk/>
            <pc:sldMk cId="0" sldId="264"/>
            <ac:spMk id="11" creationId="{00000000-0000-0000-0000-000000000000}"/>
          </ac:spMkLst>
        </pc:spChg>
      </pc:sldChg>
      <pc:sldChg chg="del">
        <pc:chgData name="Hector Bordes Ramirez" userId="S::hector.bordes.ramirez@ceacfp.es::155ad198-380a-41b1-82d1-f97aea47d21f" providerId="AD" clId="Web-{76891044-FFAF-329E-C66E-0105870DCD10}" dt="2025-12-11T11:05:27.602" v="20"/>
        <pc:sldMkLst>
          <pc:docMk/>
          <pc:sldMk cId="0" sldId="266"/>
        </pc:sldMkLst>
      </pc:sldChg>
      <pc:sldChg chg="modSp">
        <pc:chgData name="Hector Bordes Ramirez" userId="S::hector.bordes.ramirez@ceacfp.es::155ad198-380a-41b1-82d1-f97aea47d21f" providerId="AD" clId="Web-{76891044-FFAF-329E-C66E-0105870DCD10}" dt="2025-12-11T11:06:43.730" v="29" actId="20577"/>
        <pc:sldMkLst>
          <pc:docMk/>
          <pc:sldMk cId="0" sldId="267"/>
        </pc:sldMkLst>
        <pc:spChg chg="mod">
          <ac:chgData name="Hector Bordes Ramirez" userId="S::hector.bordes.ramirez@ceacfp.es::155ad198-380a-41b1-82d1-f97aea47d21f" providerId="AD" clId="Web-{76891044-FFAF-329E-C66E-0105870DCD10}" dt="2025-12-11T11:03:03.365" v="11" actId="20577"/>
          <ac:spMkLst>
            <pc:docMk/>
            <pc:sldMk cId="0" sldId="267"/>
            <ac:spMk id="19" creationId="{00000000-0000-0000-0000-000000000000}"/>
          </ac:spMkLst>
        </pc:spChg>
        <pc:spChg chg="mod">
          <ac:chgData name="Hector Bordes Ramirez" userId="S::hector.bordes.ramirez@ceacfp.es::155ad198-380a-41b1-82d1-f97aea47d21f" providerId="AD" clId="Web-{76891044-FFAF-329E-C66E-0105870DCD10}" dt="2025-12-11T11:06:43.730" v="29" actId="20577"/>
          <ac:spMkLst>
            <pc:docMk/>
            <pc:sldMk cId="0" sldId="267"/>
            <ac:spMk id="22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6:46.761" v="30" actId="20577"/>
        <pc:sldMkLst>
          <pc:docMk/>
          <pc:sldMk cId="0" sldId="268"/>
        </pc:sldMkLst>
        <pc:spChg chg="mod">
          <ac:chgData name="Hector Bordes Ramirez" userId="S::hector.bordes.ramirez@ceacfp.es::155ad198-380a-41b1-82d1-f97aea47d21f" providerId="AD" clId="Web-{76891044-FFAF-329E-C66E-0105870DCD10}" dt="2025-12-11T11:06:46.761" v="30" actId="20577"/>
          <ac:spMkLst>
            <pc:docMk/>
            <pc:sldMk cId="0" sldId="268"/>
            <ac:spMk id="9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6:52.511" v="31" actId="20577"/>
        <pc:sldMkLst>
          <pc:docMk/>
          <pc:sldMk cId="0" sldId="269"/>
        </pc:sldMkLst>
        <pc:spChg chg="mod">
          <ac:chgData name="Hector Bordes Ramirez" userId="S::hector.bordes.ramirez@ceacfp.es::155ad198-380a-41b1-82d1-f97aea47d21f" providerId="AD" clId="Web-{76891044-FFAF-329E-C66E-0105870DCD10}" dt="2025-12-11T11:06:52.511" v="31" actId="20577"/>
          <ac:spMkLst>
            <pc:docMk/>
            <pc:sldMk cId="0" sldId="269"/>
            <ac:spMk id="9" creationId="{00000000-0000-0000-0000-000000000000}"/>
          </ac:spMkLst>
        </pc:spChg>
        <pc:spChg chg="mod">
          <ac:chgData name="Hector Bordes Ramirez" userId="S::hector.bordes.ramirez@ceacfp.es::155ad198-380a-41b1-82d1-f97aea47d21f" providerId="AD" clId="Web-{76891044-FFAF-329E-C66E-0105870DCD10}" dt="2025-12-11T11:04:46.070" v="19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Hector Bordes Ramirez" userId="S::hector.bordes.ramirez@ceacfp.es::155ad198-380a-41b1-82d1-f97aea47d21f" providerId="AD" clId="Web-{76891044-FFAF-329E-C66E-0105870DCD10}" dt="2025-12-11T11:04:42.179" v="17" actId="2057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Hector Bordes Ramirez" userId="S::hector.bordes.ramirez@ceacfp.es::155ad198-380a-41b1-82d1-f97aea47d21f" providerId="AD" clId="Web-{76891044-FFAF-329E-C66E-0105870DCD10}" dt="2025-12-11T11:04:39.789" v="16" actId="20577"/>
          <ac:spMkLst>
            <pc:docMk/>
            <pc:sldMk cId="0" sldId="269"/>
            <ac:spMk id="17" creationId="{00000000-0000-0000-0000-000000000000}"/>
          </ac:spMkLst>
        </pc:spChg>
        <pc:spChg chg="mod">
          <ac:chgData name="Hector Bordes Ramirez" userId="S::hector.bordes.ramirez@ceacfp.es::155ad198-380a-41b1-82d1-f97aea47d21f" providerId="AD" clId="Web-{76891044-FFAF-329E-C66E-0105870DCD10}" dt="2025-12-11T11:04:37.585" v="15" actId="20577"/>
          <ac:spMkLst>
            <pc:docMk/>
            <pc:sldMk cId="0" sldId="269"/>
            <ac:spMk id="20" creationId="{00000000-0000-0000-0000-000000000000}"/>
          </ac:spMkLst>
        </pc:spChg>
        <pc:spChg chg="mod">
          <ac:chgData name="Hector Bordes Ramirez" userId="S::hector.bordes.ramirez@ceacfp.es::155ad198-380a-41b1-82d1-f97aea47d21f" providerId="AD" clId="Web-{76891044-FFAF-329E-C66E-0105870DCD10}" dt="2025-12-11T11:04:35.163" v="14" actId="20577"/>
          <ac:spMkLst>
            <pc:docMk/>
            <pc:sldMk cId="0" sldId="269"/>
            <ac:spMk id="23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7:00.949" v="32" actId="20577"/>
        <pc:sldMkLst>
          <pc:docMk/>
          <pc:sldMk cId="0" sldId="270"/>
        </pc:sldMkLst>
        <pc:spChg chg="mod">
          <ac:chgData name="Hector Bordes Ramirez" userId="S::hector.bordes.ramirez@ceacfp.es::155ad198-380a-41b1-82d1-f97aea47d21f" providerId="AD" clId="Web-{76891044-FFAF-329E-C66E-0105870DCD10}" dt="2025-12-11T11:07:00.949" v="32" actId="20577"/>
          <ac:spMkLst>
            <pc:docMk/>
            <pc:sldMk cId="0" sldId="270"/>
            <ac:spMk id="9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7:06.871" v="33" actId="20577"/>
        <pc:sldMkLst>
          <pc:docMk/>
          <pc:sldMk cId="0" sldId="271"/>
        </pc:sldMkLst>
        <pc:spChg chg="mod">
          <ac:chgData name="Hector Bordes Ramirez" userId="S::hector.bordes.ramirez@ceacfp.es::155ad198-380a-41b1-82d1-f97aea47d21f" providerId="AD" clId="Web-{76891044-FFAF-329E-C66E-0105870DCD10}" dt="2025-12-11T11:07:06.871" v="33" actId="20577"/>
          <ac:spMkLst>
            <pc:docMk/>
            <pc:sldMk cId="0" sldId="271"/>
            <ac:spMk id="8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7:13.480" v="34" actId="20577"/>
        <pc:sldMkLst>
          <pc:docMk/>
          <pc:sldMk cId="0" sldId="272"/>
        </pc:sldMkLst>
        <pc:spChg chg="mod">
          <ac:chgData name="Hector Bordes Ramirez" userId="S::hector.bordes.ramirez@ceacfp.es::155ad198-380a-41b1-82d1-f97aea47d21f" providerId="AD" clId="Web-{76891044-FFAF-329E-C66E-0105870DCD10}" dt="2025-12-11T11:07:13.480" v="34" actId="20577"/>
          <ac:spMkLst>
            <pc:docMk/>
            <pc:sldMk cId="0" sldId="272"/>
            <ac:spMk id="7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7:17.012" v="35" actId="20577"/>
        <pc:sldMkLst>
          <pc:docMk/>
          <pc:sldMk cId="0" sldId="273"/>
        </pc:sldMkLst>
        <pc:spChg chg="mod">
          <ac:chgData name="Hector Bordes Ramirez" userId="S::hector.bordes.ramirez@ceacfp.es::155ad198-380a-41b1-82d1-f97aea47d21f" providerId="AD" clId="Web-{76891044-FFAF-329E-C66E-0105870DCD10}" dt="2025-12-11T11:07:17.012" v="35" actId="20577"/>
          <ac:spMkLst>
            <pc:docMk/>
            <pc:sldMk cId="0" sldId="273"/>
            <ac:spMk id="7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7:23.106" v="36" actId="20577"/>
        <pc:sldMkLst>
          <pc:docMk/>
          <pc:sldMk cId="0" sldId="274"/>
        </pc:sldMkLst>
        <pc:spChg chg="mod">
          <ac:chgData name="Hector Bordes Ramirez" userId="S::hector.bordes.ramirez@ceacfp.es::155ad198-380a-41b1-82d1-f97aea47d21f" providerId="AD" clId="Web-{76891044-FFAF-329E-C66E-0105870DCD10}" dt="2025-12-11T11:07:23.106" v="36" actId="20577"/>
          <ac:spMkLst>
            <pc:docMk/>
            <pc:sldMk cId="0" sldId="274"/>
            <ac:spMk id="5" creationId="{00000000-0000-0000-0000-000000000000}"/>
          </ac:spMkLst>
        </pc:spChg>
      </pc:sldChg>
      <pc:sldChg chg="addSp delSp modSp">
        <pc:chgData name="Hector Bordes Ramirez" userId="S::hector.bordes.ramirez@ceacfp.es::155ad198-380a-41b1-82d1-f97aea47d21f" providerId="AD" clId="Web-{76891044-FFAF-329E-C66E-0105870DCD10}" dt="2025-12-11T11:08:01.248" v="40" actId="20577"/>
        <pc:sldMkLst>
          <pc:docMk/>
          <pc:sldMk cId="0" sldId="275"/>
        </pc:sldMkLst>
        <pc:spChg chg="add del mod">
          <ac:chgData name="Hector Bordes Ramirez" userId="S::hector.bordes.ramirez@ceacfp.es::155ad198-380a-41b1-82d1-f97aea47d21f" providerId="AD" clId="Web-{76891044-FFAF-329E-C66E-0105870DCD10}" dt="2025-12-11T11:08:01.248" v="40" actId="20577"/>
          <ac:spMkLst>
            <pc:docMk/>
            <pc:sldMk cId="0" sldId="275"/>
            <ac:spMk id="8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8:07.702" v="41" actId="20577"/>
        <pc:sldMkLst>
          <pc:docMk/>
          <pc:sldMk cId="0" sldId="276"/>
        </pc:sldMkLst>
        <pc:spChg chg="mod">
          <ac:chgData name="Hector Bordes Ramirez" userId="S::hector.bordes.ramirez@ceacfp.es::155ad198-380a-41b1-82d1-f97aea47d21f" providerId="AD" clId="Web-{76891044-FFAF-329E-C66E-0105870DCD10}" dt="2025-12-11T11:08:07.702" v="41" actId="20577"/>
          <ac:spMkLst>
            <pc:docMk/>
            <pc:sldMk cId="0" sldId="276"/>
            <ac:spMk id="7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8:18.296" v="44" actId="20577"/>
        <pc:sldMkLst>
          <pc:docMk/>
          <pc:sldMk cId="0" sldId="277"/>
        </pc:sldMkLst>
        <pc:spChg chg="mod">
          <ac:chgData name="Hector Bordes Ramirez" userId="S::hector.bordes.ramirez@ceacfp.es::155ad198-380a-41b1-82d1-f97aea47d21f" providerId="AD" clId="Web-{76891044-FFAF-329E-C66E-0105870DCD10}" dt="2025-12-11T11:08:18.296" v="44" actId="20577"/>
          <ac:spMkLst>
            <pc:docMk/>
            <pc:sldMk cId="0" sldId="277"/>
            <ac:spMk id="9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8:22.749" v="46" actId="20577"/>
        <pc:sldMkLst>
          <pc:docMk/>
          <pc:sldMk cId="0" sldId="278"/>
        </pc:sldMkLst>
        <pc:spChg chg="mod">
          <ac:chgData name="Hector Bordes Ramirez" userId="S::hector.bordes.ramirez@ceacfp.es::155ad198-380a-41b1-82d1-f97aea47d21f" providerId="AD" clId="Web-{76891044-FFAF-329E-C66E-0105870DCD10}" dt="2025-12-11T11:08:22.749" v="46" actId="20577"/>
          <ac:spMkLst>
            <pc:docMk/>
            <pc:sldMk cId="0" sldId="278"/>
            <ac:spMk id="11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8:28.609" v="47" actId="20577"/>
        <pc:sldMkLst>
          <pc:docMk/>
          <pc:sldMk cId="0" sldId="279"/>
        </pc:sldMkLst>
        <pc:spChg chg="mod">
          <ac:chgData name="Hector Bordes Ramirez" userId="S::hector.bordes.ramirez@ceacfp.es::155ad198-380a-41b1-82d1-f97aea47d21f" providerId="AD" clId="Web-{76891044-FFAF-329E-C66E-0105870DCD10}" dt="2025-12-11T11:08:28.609" v="47" actId="20577"/>
          <ac:spMkLst>
            <pc:docMk/>
            <pc:sldMk cId="0" sldId="279"/>
            <ac:spMk id="13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8:33.328" v="48" actId="20577"/>
        <pc:sldMkLst>
          <pc:docMk/>
          <pc:sldMk cId="0" sldId="280"/>
        </pc:sldMkLst>
        <pc:spChg chg="mod">
          <ac:chgData name="Hector Bordes Ramirez" userId="S::hector.bordes.ramirez@ceacfp.es::155ad198-380a-41b1-82d1-f97aea47d21f" providerId="AD" clId="Web-{76891044-FFAF-329E-C66E-0105870DCD10}" dt="2025-12-11T11:08:33.328" v="48" actId="20577"/>
          <ac:spMkLst>
            <pc:docMk/>
            <pc:sldMk cId="0" sldId="280"/>
            <ac:spMk id="7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8:39.093" v="49" actId="20577"/>
        <pc:sldMkLst>
          <pc:docMk/>
          <pc:sldMk cId="0" sldId="281"/>
        </pc:sldMkLst>
        <pc:spChg chg="mod">
          <ac:chgData name="Hector Bordes Ramirez" userId="S::hector.bordes.ramirez@ceacfp.es::155ad198-380a-41b1-82d1-f97aea47d21f" providerId="AD" clId="Web-{76891044-FFAF-329E-C66E-0105870DCD10}" dt="2025-12-11T11:08:39.093" v="49" actId="20577"/>
          <ac:spMkLst>
            <pc:docMk/>
            <pc:sldMk cId="0" sldId="281"/>
            <ac:spMk id="7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8:44.953" v="50" actId="20577"/>
        <pc:sldMkLst>
          <pc:docMk/>
          <pc:sldMk cId="0" sldId="282"/>
        </pc:sldMkLst>
        <pc:spChg chg="mod">
          <ac:chgData name="Hector Bordes Ramirez" userId="S::hector.bordes.ramirez@ceacfp.es::155ad198-380a-41b1-82d1-f97aea47d21f" providerId="AD" clId="Web-{76891044-FFAF-329E-C66E-0105870DCD10}" dt="2025-12-11T11:08:44.953" v="50" actId="20577"/>
          <ac:spMkLst>
            <pc:docMk/>
            <pc:sldMk cId="0" sldId="282"/>
            <ac:spMk id="13" creationId="{00000000-0000-0000-0000-000000000000}"/>
          </ac:spMkLst>
        </pc:spChg>
      </pc:sldChg>
      <pc:sldChg chg="modSp">
        <pc:chgData name="Hector Bordes Ramirez" userId="S::hector.bordes.ramirez@ceacfp.es::155ad198-380a-41b1-82d1-f97aea47d21f" providerId="AD" clId="Web-{76891044-FFAF-329E-C66E-0105870DCD10}" dt="2025-12-11T11:08:49.094" v="51" actId="20577"/>
        <pc:sldMkLst>
          <pc:docMk/>
          <pc:sldMk cId="0" sldId="283"/>
        </pc:sldMkLst>
        <pc:spChg chg="mod">
          <ac:chgData name="Hector Bordes Ramirez" userId="S::hector.bordes.ramirez@ceacfp.es::155ad198-380a-41b1-82d1-f97aea47d21f" providerId="AD" clId="Web-{76891044-FFAF-329E-C66E-0105870DCD10}" dt="2025-12-11T11:08:49.094" v="51" actId="20577"/>
          <ac:spMkLst>
            <pc:docMk/>
            <pc:sldMk cId="0" sldId="283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352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12192000" cy="3749040"/>
          </a:xfrm>
          <a:prstGeom prst="rect">
            <a:avLst/>
          </a:prstGeom>
          <a:gradFill>
            <a:gsLst>
              <a:gs pos="15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19" y="5473446"/>
            <a:ext cx="10728960" cy="952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23241"/>
            <a:ext cx="10728960" cy="35292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 dirty="0" err="1">
                <a:solidFill>
                  <a:srgbClr val="FFFFFF"/>
                </a:solidFill>
                <a:latin typeface="Figtree SemiBold"/>
                <a:ea typeface="Figtree SemiBold"/>
                <a:cs typeface="Figtree SemiBold" pitchFamily="34" charset="-120"/>
              </a:rPr>
              <a:t>Diseño</a:t>
            </a:r>
            <a:r>
              <a:rPr lang="en-US" sz="4800" dirty="0">
                <a:solidFill>
                  <a:srgbClr val="FFFFFF"/>
                </a:solidFill>
                <a:latin typeface="Figtree SemiBold"/>
                <a:ea typeface="Figtree SemiBold"/>
                <a:cs typeface="Figtree SemiBold" pitchFamily="34" charset="-120"/>
              </a:rPr>
              <a:t> y </a:t>
            </a:r>
            <a:r>
              <a:rPr lang="en-US" sz="4800" dirty="0" err="1">
                <a:solidFill>
                  <a:srgbClr val="FFFFFF"/>
                </a:solidFill>
                <a:latin typeface="Figtree SemiBold"/>
                <a:ea typeface="Figtree SemiBold"/>
                <a:cs typeface="Figtree SemiBold" pitchFamily="34" charset="-120"/>
              </a:rPr>
              <a:t>Realización</a:t>
            </a:r>
            <a:r>
              <a:rPr lang="en-US" sz="4800" dirty="0">
                <a:solidFill>
                  <a:srgbClr val="FFFFFF"/>
                </a:solidFill>
                <a:latin typeface="Figtree SemiBold"/>
                <a:ea typeface="Figtree SemiBold"/>
                <a:cs typeface="Figtree SemiBold" pitchFamily="34" charset="-120"/>
              </a:rPr>
              <a:t> de </a:t>
            </a:r>
            <a:r>
              <a:rPr lang="en-US" sz="4800" dirty="0" err="1">
                <a:solidFill>
                  <a:srgbClr val="FFFFFF"/>
                </a:solidFill>
                <a:latin typeface="Figtree SemiBold"/>
                <a:ea typeface="Figtree SemiBold"/>
                <a:cs typeface="Figtree SemiBold" pitchFamily="34" charset="-120"/>
              </a:rPr>
              <a:t>Pruebas</a:t>
            </a:r>
            <a:r>
              <a:rPr lang="en-US" sz="4800" dirty="0">
                <a:solidFill>
                  <a:srgbClr val="FFFFFF"/>
                </a:solidFill>
                <a:latin typeface="Figtree SemiBold"/>
                <a:ea typeface="Figtree SemiBold"/>
                <a:cs typeface="Figtree SemiBold" pitchFamily="34" charset="-120"/>
              </a:rPr>
              <a:t> </a:t>
            </a:r>
            <a:r>
              <a:rPr lang="en-US" sz="4800" dirty="0" err="1">
                <a:solidFill>
                  <a:srgbClr val="FFFFFF"/>
                </a:solidFill>
                <a:latin typeface="Figtree SemiBold"/>
                <a:ea typeface="Figtree SemiBold"/>
                <a:cs typeface="Figtree SemiBold" pitchFamily="34" charset="-120"/>
              </a:rPr>
              <a:t>en</a:t>
            </a:r>
            <a:r>
              <a:rPr lang="en-US" sz="4800" dirty="0">
                <a:solidFill>
                  <a:srgbClr val="FFFFFF"/>
                </a:solidFill>
                <a:latin typeface="Figtree SemiBold"/>
                <a:ea typeface="Figtree SemiBold"/>
                <a:cs typeface="Figtree SemiBold" pitchFamily="34" charset="-120"/>
              </a:rPr>
              <a:t> Desarrollo de Software.</a:t>
            </a:r>
            <a:endParaRPr lang="en-US" sz="4800" dirty="0">
              <a:solidFill>
                <a:srgbClr val="FFFFFF"/>
              </a:solidFill>
              <a:latin typeface="Figtree SemiBold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9583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5712716"/>
            <a:ext cx="10728960" cy="82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Estrategias, técnicas y herramientas para garantizar calidad y fiabilidad en aplicaciones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04</a:t>
            </a:r>
            <a:endParaRPr lang="en-US" sz="1600" dirty="0">
              <a:latin typeface="Figtree Regular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05</a:t>
            </a:r>
            <a:endParaRPr lang="en-US" sz="1600" dirty="0">
              <a:latin typeface="Figtree Regular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06</a:t>
            </a:r>
            <a:endParaRPr lang="en-US" sz="1600" dirty="0">
              <a:latin typeface="Figtree Regular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07</a:t>
            </a:r>
            <a:endParaRPr lang="en-US" sz="1600" dirty="0">
              <a:latin typeface="Figtree Regular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08</a:t>
            </a:r>
            <a:endParaRPr lang="en-US" sz="1600" dirty="0">
              <a:latin typeface="Figtree Regular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09</a:t>
            </a:r>
            <a:endParaRPr lang="en-US" sz="1600" dirty="0">
              <a:latin typeface="Figtree Regular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1600" dirty="0">
              <a:latin typeface="Figtree Regular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1600" dirty="0">
              <a:latin typeface="Figtree Regular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1600" dirty="0">
              <a:latin typeface="Figtree Regular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13</a:t>
            </a:r>
            <a:endParaRPr lang="en-US" sz="1600" dirty="0">
              <a:latin typeface="Figtree Regular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14</a:t>
            </a:r>
            <a:endParaRPr lang="en-US" sz="1600" dirty="0">
              <a:latin typeface="Figtree Regular"/>
            </a:endParaRPr>
          </a:p>
          <a:p>
            <a:pPr marL="0" indent="0" algn="r">
              <a:lnSpc>
                <a:spcPct val="150000"/>
              </a:lnSpc>
              <a:buNone/>
            </a:pPr>
            <a:endParaRPr lang="en-US" sz="1600" dirty="0">
              <a:solidFill>
                <a:srgbClr val="101828"/>
              </a:solidFill>
              <a:latin typeface="Figtree Regular"/>
              <a:ea typeface="Figtree Regular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988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</a:rPr>
              <a:t>Introducción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al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diseño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y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realización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prueba</a:t>
            </a:r>
            <a:endParaRPr lang="en-US" sz="1600" dirty="0" err="1">
              <a:solidFill>
                <a:srgbClr val="101828"/>
              </a:solidFill>
              <a:latin typeface="Figtree SemiBol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101828"/>
                </a:solidFill>
                <a:latin typeface="Figtree SemiBold"/>
              </a:rPr>
              <a:t>Objetivos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de la </a:t>
            </a:r>
            <a:r>
              <a:rPr lang="en-US" sz="1600" dirty="0" err="1">
                <a:solidFill>
                  <a:srgbClr val="101828"/>
                </a:solidFill>
                <a:latin typeface="Figtree SemiBold"/>
              </a:rPr>
              <a:t>unidad</a:t>
            </a:r>
            <a:endParaRPr lang="en-US" sz="1600" dirty="0">
              <a:solidFill>
                <a:srgbClr val="101828"/>
              </a:solidFill>
              <a:latin typeface="Figtree SemiBold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01828"/>
                </a:solidFill>
                <a:latin typeface="Figtree SemiBold"/>
              </a:rPr>
              <a:t>Tipos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de </a:t>
            </a:r>
            <a:r>
              <a:rPr lang="en-US" sz="1600" dirty="0" err="1">
                <a:solidFill>
                  <a:srgbClr val="101828"/>
                </a:solidFill>
                <a:latin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: </a:t>
            </a:r>
            <a:r>
              <a:rPr lang="en-US" sz="1600" dirty="0" err="1">
                <a:solidFill>
                  <a:srgbClr val="101828"/>
                </a:solidFill>
                <a:latin typeface="Figtree SemiBold"/>
              </a:rPr>
              <a:t>funcionales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, </a:t>
            </a:r>
            <a:r>
              <a:rPr lang="en-US" sz="1600" dirty="0" err="1">
                <a:solidFill>
                  <a:srgbClr val="101828"/>
                </a:solidFill>
                <a:latin typeface="Figtree SemiBold"/>
              </a:rPr>
              <a:t>estructurales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y de </a:t>
            </a:r>
            <a:r>
              <a:rPr lang="en-US" sz="1600" dirty="0" err="1">
                <a:solidFill>
                  <a:srgbClr val="101828"/>
                </a:solidFill>
                <a:latin typeface="Figtree SemiBold"/>
              </a:rPr>
              <a:t>regresión</a:t>
            </a:r>
            <a:endParaRPr lang="en-US" sz="1600" dirty="0">
              <a:solidFill>
                <a:srgbClr val="101828"/>
              </a:solidFill>
              <a:latin typeface="Figtree SemiBold"/>
            </a:endParaRPr>
          </a:p>
          <a:p>
            <a:pPr>
              <a:lnSpc>
                <a:spcPct val="150000"/>
              </a:lnSpc>
            </a:pPr>
            <a:r>
              <a:rPr lang="en-US" sz="1600" err="1">
                <a:solidFill>
                  <a:srgbClr val="101828"/>
                </a:solidFill>
                <a:latin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código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: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cobertura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,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valores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límite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y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clases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equivalencia</a:t>
            </a:r>
            <a:endParaRPr lang="en-US" sz="1600">
              <a:solidFill>
                <a:srgbClr val="101828"/>
              </a:solidFill>
              <a:latin typeface="Figtree SemiBol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unitarias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y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su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automatización</a:t>
            </a:r>
            <a:endParaRPr lang="en-US" sz="1600">
              <a:solidFill>
                <a:srgbClr val="101828"/>
              </a:solidFill>
              <a:latin typeface="Figtree SemiBol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</a:rPr>
              <a:t>Documentación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y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seguimiento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incidencias</a:t>
            </a:r>
            <a:endParaRPr lang="en-US" sz="1600">
              <a:solidFill>
                <a:srgbClr val="101828"/>
              </a:solidFill>
              <a:latin typeface="Figtree SemiBold"/>
            </a:endParaRPr>
          </a:p>
          <a:p>
            <a:pPr>
              <a:lnSpc>
                <a:spcPct val="150000"/>
              </a:lnSpc>
            </a:pPr>
            <a:r>
              <a:rPr lang="en-US" sz="1600" err="1">
                <a:solidFill>
                  <a:srgbClr val="101828"/>
                </a:solidFill>
                <a:latin typeface="Figtree SemiBold"/>
              </a:rPr>
              <a:t>Resumen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,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buenas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prácticas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en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diseño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y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realización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pruebas</a:t>
            </a:r>
            <a:endParaRPr lang="en-US" sz="1600">
              <a:solidFill>
                <a:srgbClr val="101828"/>
              </a:solidFill>
              <a:latin typeface="Figtree SemiBol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</a:rPr>
              <a:t>Planificación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-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Definición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y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objetivos</a:t>
            </a:r>
            <a:endParaRPr lang="en-US" sz="1600">
              <a:solidFill>
                <a:srgbClr val="101828"/>
              </a:solidFill>
              <a:latin typeface="Figtree SemiBol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</a:rPr>
              <a:t>Planificación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-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Componentes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del plan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101828"/>
                </a:solidFill>
                <a:latin typeface="Figtree SemiBold"/>
              </a:rPr>
              <a:t>Planificación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de </a:t>
            </a:r>
            <a:r>
              <a:rPr lang="en-US" sz="1600" dirty="0" err="1">
                <a:solidFill>
                  <a:srgbClr val="101828"/>
                </a:solidFill>
                <a:latin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- </a:t>
            </a:r>
            <a:r>
              <a:rPr lang="en-US" sz="1600" dirty="0" err="1">
                <a:solidFill>
                  <a:srgbClr val="101828"/>
                </a:solidFill>
                <a:latin typeface="Figtree SemiBold"/>
              </a:rPr>
              <a:t>Herramientas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</a:t>
            </a:r>
            <a:r>
              <a:rPr lang="en-US" sz="1600" dirty="0" err="1">
                <a:solidFill>
                  <a:srgbClr val="101828"/>
                </a:solidFill>
                <a:latin typeface="Figtree SemiBold"/>
              </a:rPr>
              <a:t>en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IDEs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</a:rPr>
              <a:t>Tipos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-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</a:rPr>
              <a:t> </a:t>
            </a:r>
            <a:r>
              <a:rPr lang="en-US" sz="1600" err="1">
                <a:solidFill>
                  <a:srgbClr val="101828"/>
                </a:solidFill>
                <a:latin typeface="Figtree SemiBold"/>
              </a:rPr>
              <a:t>funcionales</a:t>
            </a:r>
            <a:endParaRPr lang="en-US" sz="1600">
              <a:solidFill>
                <a:srgbClr val="101828"/>
              </a:solidFill>
              <a:latin typeface="Figtree SemiBold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err="1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Contenidos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Regular"/>
              </a:rPr>
              <a:t>15</a:t>
            </a:r>
            <a:endParaRPr lang="en-US" sz="1600" dirty="0">
              <a:solidFill>
                <a:srgbClr val="101828"/>
              </a:solidFill>
              <a:latin typeface="Figtree SemiBold"/>
              <a:ea typeface="Figtree Regular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Regular"/>
              </a:rPr>
              <a:t>16</a:t>
            </a:r>
            <a:endParaRPr lang="en-US" sz="1600" dirty="0">
              <a:solidFill>
                <a:srgbClr val="101828"/>
              </a:solidFill>
              <a:latin typeface="Figtree SemiBold"/>
              <a:ea typeface="Figtree Regular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Regular"/>
              </a:rPr>
              <a:t>17</a:t>
            </a:r>
          </a:p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Regular"/>
              </a:rPr>
              <a:t>18</a:t>
            </a:r>
          </a:p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Regular"/>
              </a:rPr>
              <a:t>19</a:t>
            </a:r>
            <a:endParaRPr lang="en-US" sz="1600" dirty="0">
              <a:solidFill>
                <a:srgbClr val="101828"/>
              </a:solidFill>
              <a:latin typeface="Figtree SemiBold"/>
              <a:ea typeface="Figtree Regular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Regular"/>
              </a:rPr>
              <a:t>20</a:t>
            </a:r>
            <a:endParaRPr lang="en-US" sz="1600" dirty="0">
              <a:solidFill>
                <a:srgbClr val="101828"/>
              </a:solidFill>
              <a:latin typeface="Figtree SemiBold"/>
              <a:ea typeface="Figtree Regular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Regular"/>
              </a:rPr>
              <a:t>21</a:t>
            </a:r>
          </a:p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Regular"/>
              </a:rPr>
              <a:t>22</a:t>
            </a:r>
            <a:endParaRPr lang="en-US" sz="1600" dirty="0">
              <a:solidFill>
                <a:srgbClr val="101828"/>
              </a:solidFill>
              <a:latin typeface="Figtree SemiBold"/>
              <a:ea typeface="Figtree Regular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Regular"/>
              </a:rPr>
              <a:t>23</a:t>
            </a:r>
            <a:endParaRPr lang="en-US" sz="1600" dirty="0">
              <a:solidFill>
                <a:srgbClr val="101828"/>
              </a:solidFill>
              <a:latin typeface="Figtree SemiBold"/>
              <a:ea typeface="Figtree Regular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Regular"/>
              </a:rPr>
              <a:t>24</a:t>
            </a:r>
          </a:p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Regular"/>
              </a:rPr>
              <a:t>25</a:t>
            </a:r>
            <a:endParaRPr lang="en-US" sz="1600" dirty="0">
              <a:solidFill>
                <a:srgbClr val="101828"/>
              </a:solidFill>
              <a:latin typeface="Figtree SemiBold"/>
              <a:ea typeface="Figtree Regular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Regular"/>
              </a:rPr>
              <a:t>26</a:t>
            </a:r>
            <a:endParaRPr lang="en-US" sz="1600" dirty="0">
              <a:solidFill>
                <a:srgbClr val="101828"/>
              </a:solidFill>
              <a:latin typeface="Figtree SemiBold"/>
              <a:ea typeface="Figtree Regular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Tipos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-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estructurales</a:t>
            </a:r>
            <a:endParaRPr lang="en-US" sz="1600">
              <a:solidFill>
                <a:srgbClr val="000000"/>
              </a:solidFill>
              <a:latin typeface="Figtree SemiBold"/>
              <a:ea typeface="Figtree SemiBold"/>
              <a:cs typeface="Calibri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Tipos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-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regresión</a:t>
            </a:r>
            <a:endParaRPr lang="en-US" sz="1600">
              <a:solidFill>
                <a:srgbClr val="000000"/>
              </a:solidFill>
              <a:latin typeface="Figtree SemiBold"/>
              <a:ea typeface="Figtree SemiBold"/>
              <a:cs typeface="Calibri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código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-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Cobertura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código</a:t>
            </a:r>
            <a:endParaRPr lang="en-US" sz="1600">
              <a:solidFill>
                <a:srgbClr val="000000"/>
              </a:solidFill>
              <a:latin typeface="Figtree SemiBold"/>
              <a:ea typeface="Figtree SemiBold"/>
              <a:cs typeface="Calibri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código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- Valores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límite</a:t>
            </a:r>
            <a:endParaRPr lang="en-US" sz="1600">
              <a:solidFill>
                <a:srgbClr val="000000"/>
              </a:solidFill>
              <a:latin typeface="Figtree SemiBold"/>
              <a:ea typeface="Figtree SemiBold"/>
              <a:cs typeface="Calibri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código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-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Clases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equivalencia</a:t>
            </a:r>
            <a:endParaRPr lang="en-US" sz="1600">
              <a:solidFill>
                <a:srgbClr val="000000"/>
              </a:solidFill>
              <a:latin typeface="Figtree SemiBold"/>
              <a:ea typeface="Figtree SemiBold"/>
              <a:cs typeface="Calibri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Pruebas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unitarias</a:t>
            </a:r>
            <a:endParaRPr lang="en-US" sz="1600">
              <a:solidFill>
                <a:srgbClr val="000000"/>
              </a:solidFill>
              <a:latin typeface="Figtree SemiBold"/>
              <a:ea typeface="Figtree SemiBold"/>
              <a:cs typeface="Calibri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101828"/>
                </a:solidFill>
                <a:latin typeface="Figtree SemiBold"/>
                <a:ea typeface="Figtree SemiBold"/>
              </a:rPr>
              <a:t>Documentación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de </a:t>
            </a:r>
            <a:r>
              <a:rPr lang="en-US" sz="1600" dirty="0" err="1">
                <a:solidFill>
                  <a:srgbClr val="101828"/>
                </a:solidFill>
                <a:latin typeface="Figtree SemiBold"/>
                <a:ea typeface="Figtree SemiBold"/>
              </a:rPr>
              <a:t>incidencias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- Registro y </a:t>
            </a:r>
            <a:r>
              <a:rPr lang="en-US" sz="1600" dirty="0" err="1">
                <a:solidFill>
                  <a:srgbClr val="101828"/>
                </a:solidFill>
                <a:latin typeface="Figtree SemiBold"/>
                <a:ea typeface="Figtree SemiBold"/>
              </a:rPr>
              <a:t>gestión</a:t>
            </a:r>
            <a:endParaRPr lang="en-US" sz="1600" dirty="0">
              <a:solidFill>
                <a:srgbClr val="101828"/>
              </a:solidFill>
              <a:latin typeface="Figtree SemiBold"/>
              <a:ea typeface="Figtree SemiBol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Documentación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de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incidencias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-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Seguimiento</a:t>
            </a:r>
            <a:endParaRPr lang="en-US" sz="1600">
              <a:solidFill>
                <a:srgbClr val="000000"/>
              </a:solidFill>
              <a:latin typeface="Figtree SemiBold"/>
              <a:ea typeface="Figtree SemiBold"/>
              <a:cs typeface="Calibri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101828"/>
                </a:solidFill>
                <a:latin typeface="Figtree SemiBold"/>
                <a:ea typeface="Figtree SemiBold"/>
              </a:rPr>
              <a:t>Documentación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de </a:t>
            </a:r>
            <a:r>
              <a:rPr lang="en-US" sz="1600" dirty="0" err="1">
                <a:solidFill>
                  <a:srgbClr val="101828"/>
                </a:solidFill>
                <a:latin typeface="Figtree SemiBold"/>
                <a:ea typeface="Figtree SemiBold"/>
              </a:rPr>
              <a:t>incidencias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- </a:t>
            </a:r>
            <a:r>
              <a:rPr lang="en-US" sz="1600" dirty="0" err="1">
                <a:solidFill>
                  <a:srgbClr val="101828"/>
                </a:solidFill>
                <a:latin typeface="Figtree SemiBold"/>
                <a:ea typeface="Figtree SemiBold"/>
              </a:rPr>
              <a:t>Reportes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de </a:t>
            </a:r>
            <a:r>
              <a:rPr lang="en-US" sz="1600" dirty="0" err="1">
                <a:solidFill>
                  <a:srgbClr val="101828"/>
                </a:solidFill>
                <a:latin typeface="Figtree SemiBold"/>
                <a:ea typeface="Figtree SemiBold"/>
              </a:rPr>
              <a:t>incidencia</a:t>
            </a:r>
            <a:endParaRPr lang="en-US" sz="1600" dirty="0">
              <a:solidFill>
                <a:srgbClr val="101828"/>
              </a:solidFill>
              <a:latin typeface="Figtree SemiBold"/>
              <a:ea typeface="Figtree SemiBol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Dobles de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prueba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-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Definición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y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tipos</a:t>
            </a:r>
            <a:endParaRPr lang="en-US" sz="1600">
              <a:solidFill>
                <a:srgbClr val="000000"/>
              </a:solidFill>
              <a:latin typeface="Figtree SemiBold"/>
              <a:ea typeface="Figtree SemiBold"/>
              <a:cs typeface="Calibri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Dobles de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prueba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-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Herramientas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comunes</a:t>
            </a:r>
            <a:endParaRPr lang="en-US" sz="1600">
              <a:solidFill>
                <a:srgbClr val="000000"/>
              </a:solidFill>
              <a:latin typeface="Figtree SemiBold"/>
              <a:ea typeface="Figtree SemiBold"/>
              <a:cs typeface="Calibri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Resumen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y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buenas</a:t>
            </a:r>
            <a:r>
              <a:rPr lang="en-US" sz="1600" dirty="0">
                <a:solidFill>
                  <a:srgbClr val="101828"/>
                </a:solidFill>
                <a:latin typeface="Figtree SemiBold"/>
                <a:ea typeface="Figtree SemiBold"/>
              </a:rPr>
              <a:t> </a:t>
            </a:r>
            <a:r>
              <a:rPr lang="en-US" sz="1600" err="1">
                <a:solidFill>
                  <a:srgbClr val="101828"/>
                </a:solidFill>
                <a:latin typeface="Figtree SemiBold"/>
                <a:ea typeface="Figtree SemiBold"/>
              </a:rPr>
              <a:t>prácticas</a:t>
            </a:r>
            <a:endParaRPr lang="en-US" sz="1600">
              <a:solidFill>
                <a:srgbClr val="000000"/>
              </a:solidFill>
              <a:latin typeface="Figtree SemiBold"/>
              <a:ea typeface="Figtree SemiBold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err="1"/>
              <a:t>Contenidos</a:t>
            </a:r>
            <a:endParaRPr 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78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78" y="1"/>
            <a:ext cx="795528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 err="1">
                <a:solidFill>
                  <a:srgbClr val="000000"/>
                </a:solidFill>
                <a:latin typeface="Figtree SemiBold"/>
                <a:ea typeface="Figtree SemiBold" pitchFamily="34" charset="-122"/>
                <a:cs typeface="Figtree SemiBold" pitchFamily="34" charset="-120"/>
              </a:rPr>
              <a:t>Introducción</a:t>
            </a:r>
            <a:r>
              <a:rPr lang="en-US" sz="2400" dirty="0">
                <a:solidFill>
                  <a:srgbClr val="000000"/>
                </a:solidFill>
                <a:latin typeface="Figtree SemiBold"/>
                <a:ea typeface="Figtree SemiBold" pitchFamily="34" charset="-122"/>
                <a:cs typeface="Figtree SemiBold" pitchFamily="34" charset="-120"/>
              </a:rPr>
              <a:t> al </a:t>
            </a:r>
            <a:r>
              <a:rPr lang="en-US" sz="2400" dirty="0" err="1">
                <a:solidFill>
                  <a:srgbClr val="000000"/>
                </a:solidFill>
                <a:latin typeface="Figtree SemiBold"/>
                <a:ea typeface="Figtree SemiBold" pitchFamily="34" charset="-122"/>
                <a:cs typeface="Figtree SemiBold" pitchFamily="34" charset="-120"/>
              </a:rPr>
              <a:t>diseño</a:t>
            </a:r>
            <a:r>
              <a:rPr lang="en-US" sz="2400" dirty="0">
                <a:solidFill>
                  <a:srgbClr val="000000"/>
                </a:solidFill>
                <a:latin typeface="Figtree SemiBold"/>
                <a:ea typeface="Figtree SemiBold" pitchFamily="34" charset="-122"/>
                <a:cs typeface="Figtree SemiBold" pitchFamily="34" charset="-120"/>
              </a:rPr>
              <a:t> y </a:t>
            </a:r>
            <a:r>
              <a:rPr lang="en-US" sz="2400" dirty="0" err="1">
                <a:solidFill>
                  <a:srgbClr val="000000"/>
                </a:solidFill>
                <a:latin typeface="Figtree SemiBold"/>
                <a:ea typeface="Figtree SemiBold" pitchFamily="34" charset="-122"/>
                <a:cs typeface="Figtree SemiBold" pitchFamily="34" charset="-120"/>
              </a:rPr>
              <a:t>realización</a:t>
            </a:r>
            <a:r>
              <a:rPr lang="en-US" sz="2400" dirty="0">
                <a:solidFill>
                  <a:srgbClr val="000000"/>
                </a:solidFill>
                <a:latin typeface="Figtree SemiBold"/>
                <a:ea typeface="Figtree SemiBold" pitchFamily="34" charset="-122"/>
                <a:cs typeface="Figtree SemiBold" pitchFamily="34" charset="-120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Figtree SemiBold"/>
                <a:ea typeface="Figtree SemiBold" pitchFamily="34" charset="-122"/>
                <a:cs typeface="Figtree SemiBold" pitchFamily="34" charset="-120"/>
              </a:rPr>
              <a:t>pruebas</a:t>
            </a:r>
            <a:r>
              <a:rPr lang="en-US" sz="2400" dirty="0">
                <a:solidFill>
                  <a:srgbClr val="000000"/>
                </a:solidFill>
                <a:latin typeface="Figtree SemiBold"/>
                <a:ea typeface="Figtree SemiBold" pitchFamily="34" charset="-122"/>
                <a:cs typeface="Figtree SemiBold" pitchFamily="34" charset="-120"/>
              </a:rPr>
              <a:t> </a:t>
            </a:r>
            <a:endParaRPr lang="en-US" sz="2400" dirty="0">
              <a:latin typeface="Figtree SemiBold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857765" y="6309360"/>
            <a:ext cx="77375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4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8991600" y="0"/>
            <a:ext cx="3200400" cy="6858000"/>
          </a:xfrm>
          <a:prstGeom prst="rect">
            <a:avLst/>
          </a:prstGeom>
          <a:blipFill>
            <a:blip r:embed="rId4"/>
            <a:srcRect/>
            <a:stretch>
              <a:fillRect l="-110777" r="-110777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78704" y="478894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10"/>
              </a:spcBef>
              <a:buNone/>
            </a:pPr>
            <a:r>
              <a:rPr lang="en-US" sz="1059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Las pruebas funcionales validan que el software cumple con las especificaciones desde la perspectiva del usuario, mientras que las pruebas de rendimiento aseguran el comportamiento óptimo bajo distintas cargas.</a:t>
            </a:r>
            <a:endParaRPr lang="en-US" sz="1059"/>
          </a:p>
        </p:txBody>
      </p:sp>
      <p:sp>
        <p:nvSpPr>
          <p:cNvPr id="12" name="Text 10"/>
          <p:cNvSpPr/>
          <p:nvPr/>
        </p:nvSpPr>
        <p:spPr>
          <a:xfrm>
            <a:off x="3378704" y="442823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400" dirty="0" err="1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Realización</a:t>
            </a:r>
            <a:r>
              <a:rPr lang="en-US" sz="1400" dirty="0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pruebas</a:t>
            </a:r>
            <a:r>
              <a:rPr lang="en-US" sz="1400" dirty="0">
                <a:solidFill>
                  <a:srgbClr val="000000"/>
                </a:solidFill>
                <a:latin typeface="Figtree SemiBold"/>
                <a:ea typeface="Figtree SemiBold" pitchFamily="34" charset="-122"/>
                <a:cs typeface="Figtree SemiBold" pitchFamily="34" charset="-120"/>
              </a:rPr>
              <a:t> </a:t>
            </a:r>
            <a:endParaRPr lang="en-US" sz="1400" dirty="0">
              <a:latin typeface="Figtree SemiBol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5070" y="4802637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10"/>
              </a:spcBef>
              <a:buNone/>
            </a:pPr>
            <a:r>
              <a:rPr lang="en-US" sz="1059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Las pruebas de integración verifican la correcta interacción entre módulos.</a:t>
            </a:r>
            <a:endParaRPr lang="en-US" sz="1059"/>
          </a:p>
        </p:txBody>
      </p:sp>
      <p:sp>
        <p:nvSpPr>
          <p:cNvPr id="14" name="Text 12"/>
          <p:cNvSpPr/>
          <p:nvPr/>
        </p:nvSpPr>
        <p:spPr>
          <a:xfrm>
            <a:off x="645055" y="442823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3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Pruebas de integración</a:t>
            </a:r>
            <a:endParaRPr lang="en-US" sz="1437"/>
          </a:p>
        </p:txBody>
      </p:sp>
      <p:sp>
        <p:nvSpPr>
          <p:cNvPr id="15" name="Text 13"/>
          <p:cNvSpPr/>
          <p:nvPr/>
        </p:nvSpPr>
        <p:spPr>
          <a:xfrm>
            <a:off x="6096000" y="2381412"/>
            <a:ext cx="1803348" cy="63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1210"/>
              </a:spcBef>
            </a:pPr>
            <a:r>
              <a:rPr lang="en-US" sz="1050" dirty="0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Las </a:t>
            </a:r>
            <a:r>
              <a:rPr lang="en-US" sz="1050" dirty="0" err="1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pruebas</a:t>
            </a:r>
            <a:r>
              <a:rPr lang="en-US" sz="1050" dirty="0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unitarias</a:t>
            </a:r>
            <a:r>
              <a:rPr lang="en-US" sz="1050" dirty="0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sobre</a:t>
            </a:r>
            <a:r>
              <a:rPr lang="en-US" sz="1050" dirty="0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componentes</a:t>
            </a:r>
            <a:r>
              <a:rPr lang="en-US" sz="105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individuales</a:t>
            </a:r>
            <a:r>
              <a:rPr lang="en-US" sz="105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.</a:t>
            </a:r>
            <a:endParaRPr lang="en-US" sz="1050" dirty="0">
              <a:latin typeface="Figtree Regular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12353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3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Pruebas unitarias</a:t>
            </a:r>
            <a:endParaRPr lang="en-US" sz="1437"/>
          </a:p>
        </p:txBody>
      </p:sp>
      <p:sp>
        <p:nvSpPr>
          <p:cNvPr id="17" name="Text 15"/>
          <p:cNvSpPr/>
          <p:nvPr/>
        </p:nvSpPr>
        <p:spPr>
          <a:xfrm>
            <a:off x="3378704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10"/>
              </a:spcBef>
              <a:buNone/>
            </a:pPr>
            <a:r>
              <a:rPr lang="en-US" sz="1059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Se utilizan diferentes tipos de pruebas para asegurar que las aplicaciones funcionen correctamente y cumplan con los requisitos.</a:t>
            </a:r>
            <a:endParaRPr lang="en-US" sz="1059"/>
          </a:p>
        </p:txBody>
      </p:sp>
      <p:sp>
        <p:nvSpPr>
          <p:cNvPr id="18" name="Text 16"/>
          <p:cNvSpPr/>
          <p:nvPr/>
        </p:nvSpPr>
        <p:spPr>
          <a:xfrm>
            <a:off x="3378704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3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Propósito de las pruebas en aplicaciones</a:t>
            </a:r>
            <a:endParaRPr lang="en-US" sz="1437"/>
          </a:p>
        </p:txBody>
      </p:sp>
      <p:sp>
        <p:nvSpPr>
          <p:cNvPr id="19" name="Text 17"/>
          <p:cNvSpPr/>
          <p:nvPr/>
        </p:nvSpPr>
        <p:spPr>
          <a:xfrm>
            <a:off x="645055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10"/>
              </a:spcBef>
              <a:buNone/>
            </a:pPr>
            <a:r>
              <a:rPr lang="en-US" sz="1059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En el ámbito del desarrollo web y multiplataforma, las pruebas son esenciales para garantizar la calidad del software.</a:t>
            </a:r>
            <a:endParaRPr lang="en-US" sz="1059"/>
          </a:p>
        </p:txBody>
      </p:sp>
      <p:sp>
        <p:nvSpPr>
          <p:cNvPr id="20" name="Text 18"/>
          <p:cNvSpPr/>
          <p:nvPr/>
        </p:nvSpPr>
        <p:spPr>
          <a:xfrm>
            <a:off x="645055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Figtree SemiBold"/>
                <a:ea typeface="Figtree SemiBold" pitchFamily="34" charset="-122"/>
                <a:cs typeface="Figtree SemiBold" pitchFamily="34" charset="-120"/>
              </a:rPr>
              <a:t>Importancia</a:t>
            </a:r>
            <a:r>
              <a:rPr lang="en-US" sz="1400" dirty="0">
                <a:solidFill>
                  <a:srgbClr val="000000"/>
                </a:solidFill>
                <a:latin typeface="Figtree SemiBold"/>
                <a:ea typeface="Figtree SemiBold" pitchFamily="34" charset="-122"/>
                <a:cs typeface="Figtree SemiBold" pitchFamily="34" charset="-120"/>
              </a:rPr>
              <a:t> de las </a:t>
            </a:r>
            <a:r>
              <a:rPr lang="en-US" sz="1400" dirty="0" err="1">
                <a:solidFill>
                  <a:srgbClr val="000000"/>
                </a:solidFill>
                <a:latin typeface="Figtree SemiBold"/>
                <a:ea typeface="Figtree SemiBold" pitchFamily="34" charset="-122"/>
                <a:cs typeface="Figtree SemiBold" pitchFamily="34" charset="-120"/>
              </a:rPr>
              <a:t>pruebas</a:t>
            </a:r>
            <a:endParaRPr lang="en-US" sz="1400" dirty="0" err="1">
              <a:latin typeface="Figtree SemiBol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96000" y="1446063"/>
            <a:ext cx="320040" cy="256010"/>
          </a:xfrm>
          <a:custGeom>
            <a:avLst/>
            <a:gdLst/>
            <a:ahLst/>
            <a:cxnLst/>
            <a:rect l="l" t="t" r="r" b="b"/>
            <a:pathLst>
              <a:path w="320040" h="256010">
                <a:moveTo>
                  <a:pt x="199574" y="540"/>
                </a:moveTo>
                <a:cubicBezTo>
                  <a:pt x="193224" y="-1411"/>
                  <a:pt x="186522" y="2092"/>
                  <a:pt x="184573" y="8441"/>
                </a:cubicBezTo>
                <a:lnTo>
                  <a:pt x="112564" y="240471"/>
                </a:lnTo>
                <a:cubicBezTo>
                  <a:pt x="110615" y="246822"/>
                  <a:pt x="114113" y="253522"/>
                  <a:pt x="120466" y="255473"/>
                </a:cubicBezTo>
                <a:cubicBezTo>
                  <a:pt x="126816" y="257424"/>
                  <a:pt x="133517" y="253921"/>
                  <a:pt x="135470" y="247572"/>
                </a:cubicBezTo>
                <a:lnTo>
                  <a:pt x="207479" y="15542"/>
                </a:lnTo>
                <a:cubicBezTo>
                  <a:pt x="209428" y="9191"/>
                  <a:pt x="205930" y="2491"/>
                  <a:pt x="199577" y="540"/>
                </a:cubicBezTo>
                <a:lnTo>
                  <a:pt x="199574" y="540"/>
                </a:lnTo>
                <a:moveTo>
                  <a:pt x="235281" y="59796"/>
                </a:moveTo>
                <a:cubicBezTo>
                  <a:pt x="230730" y="64648"/>
                  <a:pt x="230979" y="72249"/>
                  <a:pt x="235831" y="76749"/>
                </a:cubicBezTo>
                <a:lnTo>
                  <a:pt x="290488" y="128005"/>
                </a:lnTo>
                <a:lnTo>
                  <a:pt x="235831" y="179261"/>
                </a:lnTo>
                <a:cubicBezTo>
                  <a:pt x="230979" y="183810"/>
                  <a:pt x="230730" y="191411"/>
                  <a:pt x="235281" y="196214"/>
                </a:cubicBezTo>
                <a:cubicBezTo>
                  <a:pt x="239832" y="201014"/>
                  <a:pt x="247433" y="201314"/>
                  <a:pt x="252233" y="196764"/>
                </a:cubicBezTo>
                <a:lnTo>
                  <a:pt x="316241" y="136758"/>
                </a:lnTo>
                <a:cubicBezTo>
                  <a:pt x="318641" y="134508"/>
                  <a:pt x="320040" y="131308"/>
                  <a:pt x="320040" y="128008"/>
                </a:cubicBezTo>
                <a:cubicBezTo>
                  <a:pt x="320040" y="124708"/>
                  <a:pt x="318689" y="121508"/>
                  <a:pt x="316241" y="119257"/>
                </a:cubicBezTo>
                <a:lnTo>
                  <a:pt x="252233" y="59251"/>
                </a:lnTo>
                <a:cubicBezTo>
                  <a:pt x="247381" y="54702"/>
                  <a:pt x="239780" y="54950"/>
                  <a:pt x="235281" y="59801"/>
                </a:cubicBezTo>
                <a:lnTo>
                  <a:pt x="235281" y="59796"/>
                </a:lnTo>
                <a:moveTo>
                  <a:pt x="84759" y="59796"/>
                </a:moveTo>
                <a:cubicBezTo>
                  <a:pt x="80208" y="54945"/>
                  <a:pt x="72607" y="54697"/>
                  <a:pt x="67807" y="59246"/>
                </a:cubicBezTo>
                <a:lnTo>
                  <a:pt x="3799" y="119252"/>
                </a:lnTo>
                <a:cubicBezTo>
                  <a:pt x="1347" y="121503"/>
                  <a:pt x="0" y="124703"/>
                  <a:pt x="0" y="128003"/>
                </a:cubicBezTo>
                <a:cubicBezTo>
                  <a:pt x="0" y="131303"/>
                  <a:pt x="1351" y="134503"/>
                  <a:pt x="3802" y="136753"/>
                </a:cubicBezTo>
                <a:lnTo>
                  <a:pt x="67810" y="196759"/>
                </a:lnTo>
                <a:cubicBezTo>
                  <a:pt x="72662" y="201309"/>
                  <a:pt x="80263" y="201060"/>
                  <a:pt x="84763" y="196209"/>
                </a:cubicBezTo>
                <a:cubicBezTo>
                  <a:pt x="89262" y="191357"/>
                  <a:pt x="89064" y="183756"/>
                  <a:pt x="84212" y="179256"/>
                </a:cubicBezTo>
                <a:lnTo>
                  <a:pt x="29556" y="128000"/>
                </a:lnTo>
                <a:lnTo>
                  <a:pt x="84212" y="76744"/>
                </a:lnTo>
                <a:cubicBezTo>
                  <a:pt x="89064" y="72195"/>
                  <a:pt x="89314" y="64594"/>
                  <a:pt x="84763" y="59791"/>
                </a:cubicBezTo>
                <a:lnTo>
                  <a:pt x="84759" y="5979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13140" y="1414048"/>
            <a:ext cx="240030" cy="320040"/>
          </a:xfrm>
          <a:custGeom>
            <a:avLst/>
            <a:gdLst/>
            <a:ahLst/>
            <a:cxnLst/>
            <a:rect l="l" t="t" r="r" b="b"/>
            <a:pathLst>
              <a:path w="240030" h="320040">
                <a:moveTo>
                  <a:pt x="175023" y="40005"/>
                </a:moveTo>
                <a:lnTo>
                  <a:pt x="200027" y="40005"/>
                </a:lnTo>
                <a:cubicBezTo>
                  <a:pt x="222093" y="40005"/>
                  <a:pt x="240032" y="57943"/>
                  <a:pt x="240032" y="80010"/>
                </a:cubicBezTo>
                <a:lnTo>
                  <a:pt x="240032" y="280035"/>
                </a:lnTo>
                <a:cubicBezTo>
                  <a:pt x="240032" y="302102"/>
                  <a:pt x="222092" y="320040"/>
                  <a:pt x="200027" y="320040"/>
                </a:cubicBezTo>
                <a:lnTo>
                  <a:pt x="40006" y="320040"/>
                </a:lnTo>
                <a:cubicBezTo>
                  <a:pt x="17940" y="320040"/>
                  <a:pt x="0" y="302102"/>
                  <a:pt x="0" y="280035"/>
                </a:cubicBezTo>
                <a:lnTo>
                  <a:pt x="0" y="80010"/>
                </a:lnTo>
                <a:cubicBezTo>
                  <a:pt x="0" y="57943"/>
                  <a:pt x="17940" y="40005"/>
                  <a:pt x="40006" y="40005"/>
                </a:cubicBezTo>
                <a:lnTo>
                  <a:pt x="65010" y="40005"/>
                </a:lnTo>
                <a:lnTo>
                  <a:pt x="71010" y="40005"/>
                </a:lnTo>
                <a:cubicBezTo>
                  <a:pt x="75636" y="17189"/>
                  <a:pt x="95827" y="0"/>
                  <a:pt x="120017" y="0"/>
                </a:cubicBezTo>
                <a:cubicBezTo>
                  <a:pt x="144208" y="0"/>
                  <a:pt x="164399" y="17189"/>
                  <a:pt x="169024" y="40005"/>
                </a:cubicBezTo>
                <a:lnTo>
                  <a:pt x="175023" y="40005"/>
                </a:lnTo>
                <a:moveTo>
                  <a:pt x="40006" y="70009"/>
                </a:moveTo>
                <a:cubicBezTo>
                  <a:pt x="34504" y="70009"/>
                  <a:pt x="30004" y="74509"/>
                  <a:pt x="30004" y="80010"/>
                </a:cubicBezTo>
                <a:lnTo>
                  <a:pt x="30004" y="280035"/>
                </a:lnTo>
                <a:cubicBezTo>
                  <a:pt x="30004" y="285536"/>
                  <a:pt x="34504" y="290036"/>
                  <a:pt x="40006" y="290036"/>
                </a:cubicBezTo>
                <a:lnTo>
                  <a:pt x="200027" y="290036"/>
                </a:lnTo>
                <a:cubicBezTo>
                  <a:pt x="205528" y="290036"/>
                  <a:pt x="210029" y="285536"/>
                  <a:pt x="210029" y="280035"/>
                </a:cubicBezTo>
                <a:lnTo>
                  <a:pt x="210029" y="80010"/>
                </a:lnTo>
                <a:cubicBezTo>
                  <a:pt x="210029" y="74509"/>
                  <a:pt x="205528" y="70009"/>
                  <a:pt x="200027" y="70009"/>
                </a:cubicBezTo>
                <a:lnTo>
                  <a:pt x="190025" y="70009"/>
                </a:lnTo>
                <a:lnTo>
                  <a:pt x="190025" y="85012"/>
                </a:lnTo>
                <a:cubicBezTo>
                  <a:pt x="190025" y="93327"/>
                  <a:pt x="183337" y="100016"/>
                  <a:pt x="175023" y="100016"/>
                </a:cubicBezTo>
                <a:lnTo>
                  <a:pt x="120015" y="100016"/>
                </a:lnTo>
                <a:lnTo>
                  <a:pt x="65007" y="100016"/>
                </a:lnTo>
                <a:cubicBezTo>
                  <a:pt x="56693" y="100016"/>
                  <a:pt x="50005" y="93327"/>
                  <a:pt x="50005" y="85015"/>
                </a:cubicBezTo>
                <a:lnTo>
                  <a:pt x="50005" y="70015"/>
                </a:lnTo>
                <a:lnTo>
                  <a:pt x="40006" y="70009"/>
                </a:lnTo>
                <a:moveTo>
                  <a:pt x="120015" y="65010"/>
                </a:moveTo>
                <a:cubicBezTo>
                  <a:pt x="128301" y="65010"/>
                  <a:pt x="135017" y="58292"/>
                  <a:pt x="135017" y="50009"/>
                </a:cubicBezTo>
                <a:cubicBezTo>
                  <a:pt x="135017" y="41724"/>
                  <a:pt x="128301" y="35009"/>
                  <a:pt x="120015" y="35009"/>
                </a:cubicBezTo>
                <a:cubicBezTo>
                  <a:pt x="111729" y="35009"/>
                  <a:pt x="105013" y="41727"/>
                  <a:pt x="105013" y="50013"/>
                </a:cubicBezTo>
                <a:cubicBezTo>
                  <a:pt x="105013" y="58299"/>
                  <a:pt x="111729" y="65016"/>
                  <a:pt x="120015" y="65016"/>
                </a:cubicBezTo>
                <a:lnTo>
                  <a:pt x="120015" y="6501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5070" y="1414048"/>
            <a:ext cx="320009" cy="320040"/>
          </a:xfrm>
          <a:custGeom>
            <a:avLst/>
            <a:gdLst/>
            <a:ahLst/>
            <a:cxnLst/>
            <a:rect l="l" t="t" r="r" b="b"/>
            <a:pathLst>
              <a:path w="320009" h="320040">
                <a:moveTo>
                  <a:pt x="160004" y="0"/>
                </a:moveTo>
                <a:cubicBezTo>
                  <a:pt x="193132" y="0"/>
                  <a:pt x="220006" y="26877"/>
                  <a:pt x="220006" y="60001"/>
                </a:cubicBezTo>
                <a:lnTo>
                  <a:pt x="220006" y="62251"/>
                </a:lnTo>
                <a:cubicBezTo>
                  <a:pt x="220006" y="72063"/>
                  <a:pt x="212070" y="80000"/>
                  <a:pt x="202255" y="80000"/>
                </a:cubicBezTo>
                <a:lnTo>
                  <a:pt x="117814" y="80000"/>
                </a:lnTo>
                <a:cubicBezTo>
                  <a:pt x="108003" y="80000"/>
                  <a:pt x="100063" y="72063"/>
                  <a:pt x="100063" y="62251"/>
                </a:cubicBezTo>
                <a:lnTo>
                  <a:pt x="100063" y="60001"/>
                </a:lnTo>
                <a:cubicBezTo>
                  <a:pt x="100063" y="26874"/>
                  <a:pt x="126938" y="0"/>
                  <a:pt x="160065" y="0"/>
                </a:cubicBezTo>
                <a:lnTo>
                  <a:pt x="160004" y="0"/>
                </a:lnTo>
                <a:moveTo>
                  <a:pt x="24375" y="64376"/>
                </a:moveTo>
                <a:cubicBezTo>
                  <a:pt x="30250" y="58500"/>
                  <a:pt x="39751" y="58500"/>
                  <a:pt x="45563" y="64376"/>
                </a:cubicBezTo>
                <a:lnTo>
                  <a:pt x="90815" y="109626"/>
                </a:lnTo>
                <a:cubicBezTo>
                  <a:pt x="100816" y="103565"/>
                  <a:pt x="112502" y="100000"/>
                  <a:pt x="125005" y="100000"/>
                </a:cubicBezTo>
                <a:lnTo>
                  <a:pt x="195007" y="100000"/>
                </a:lnTo>
                <a:cubicBezTo>
                  <a:pt x="207506" y="100000"/>
                  <a:pt x="219196" y="103562"/>
                  <a:pt x="229133" y="109687"/>
                </a:cubicBezTo>
                <a:lnTo>
                  <a:pt x="274385" y="64373"/>
                </a:lnTo>
                <a:cubicBezTo>
                  <a:pt x="280260" y="58497"/>
                  <a:pt x="289761" y="58497"/>
                  <a:pt x="295573" y="64373"/>
                </a:cubicBezTo>
                <a:cubicBezTo>
                  <a:pt x="301384" y="70249"/>
                  <a:pt x="301448" y="79747"/>
                  <a:pt x="295573" y="85559"/>
                </a:cubicBezTo>
                <a:lnTo>
                  <a:pt x="250320" y="130810"/>
                </a:lnTo>
                <a:cubicBezTo>
                  <a:pt x="256445" y="140811"/>
                  <a:pt x="260007" y="152499"/>
                  <a:pt x="260007" y="165000"/>
                </a:cubicBezTo>
                <a:lnTo>
                  <a:pt x="305010" y="165000"/>
                </a:lnTo>
                <a:cubicBezTo>
                  <a:pt x="313324" y="165000"/>
                  <a:pt x="320012" y="171689"/>
                  <a:pt x="320012" y="180000"/>
                </a:cubicBezTo>
                <a:cubicBezTo>
                  <a:pt x="320012" y="188311"/>
                  <a:pt x="313324" y="195000"/>
                  <a:pt x="305013" y="195000"/>
                </a:cubicBezTo>
                <a:lnTo>
                  <a:pt x="260013" y="195000"/>
                </a:lnTo>
                <a:lnTo>
                  <a:pt x="260013" y="199999"/>
                </a:lnTo>
                <a:cubicBezTo>
                  <a:pt x="260013" y="217000"/>
                  <a:pt x="255764" y="232999"/>
                  <a:pt x="248263" y="247064"/>
                </a:cubicBezTo>
                <a:lnTo>
                  <a:pt x="295640" y="294379"/>
                </a:lnTo>
                <a:cubicBezTo>
                  <a:pt x="301515" y="300255"/>
                  <a:pt x="301515" y="309754"/>
                  <a:pt x="295640" y="315566"/>
                </a:cubicBezTo>
                <a:cubicBezTo>
                  <a:pt x="289765" y="321378"/>
                  <a:pt x="280264" y="321442"/>
                  <a:pt x="274452" y="315566"/>
                </a:cubicBezTo>
                <a:lnTo>
                  <a:pt x="230137" y="271253"/>
                </a:lnTo>
                <a:cubicBezTo>
                  <a:pt x="212073" y="289066"/>
                  <a:pt x="187323" y="300002"/>
                  <a:pt x="160011" y="300002"/>
                </a:cubicBezTo>
                <a:cubicBezTo>
                  <a:pt x="132698" y="300002"/>
                  <a:pt x="107945" y="289063"/>
                  <a:pt x="89884" y="271314"/>
                </a:cubicBezTo>
                <a:lnTo>
                  <a:pt x="45633" y="315627"/>
                </a:lnTo>
                <a:cubicBezTo>
                  <a:pt x="39758" y="321503"/>
                  <a:pt x="30257" y="321503"/>
                  <a:pt x="24445" y="315627"/>
                </a:cubicBezTo>
                <a:cubicBezTo>
                  <a:pt x="18634" y="309751"/>
                  <a:pt x="18570" y="300252"/>
                  <a:pt x="24445" y="294440"/>
                </a:cubicBezTo>
                <a:lnTo>
                  <a:pt x="71823" y="247064"/>
                </a:lnTo>
                <a:cubicBezTo>
                  <a:pt x="64261" y="233002"/>
                  <a:pt x="60011" y="217000"/>
                  <a:pt x="60011" y="199999"/>
                </a:cubicBezTo>
                <a:lnTo>
                  <a:pt x="60011" y="195000"/>
                </a:lnTo>
                <a:lnTo>
                  <a:pt x="15011" y="195000"/>
                </a:lnTo>
                <a:cubicBezTo>
                  <a:pt x="6698" y="195000"/>
                  <a:pt x="13" y="188311"/>
                  <a:pt x="13" y="180000"/>
                </a:cubicBezTo>
                <a:cubicBezTo>
                  <a:pt x="13" y="171689"/>
                  <a:pt x="6701" y="165000"/>
                  <a:pt x="15015" y="165000"/>
                </a:cubicBezTo>
                <a:lnTo>
                  <a:pt x="60017" y="165000"/>
                </a:lnTo>
                <a:cubicBezTo>
                  <a:pt x="60017" y="152499"/>
                  <a:pt x="63579" y="140811"/>
                  <a:pt x="69704" y="130874"/>
                </a:cubicBezTo>
                <a:lnTo>
                  <a:pt x="24391" y="85623"/>
                </a:lnTo>
                <a:cubicBezTo>
                  <a:pt x="18515" y="79747"/>
                  <a:pt x="18515" y="70249"/>
                  <a:pt x="24391" y="64437"/>
                </a:cubicBezTo>
                <a:lnTo>
                  <a:pt x="24375" y="64376"/>
                </a:lnTo>
                <a:moveTo>
                  <a:pt x="90002" y="165003"/>
                </a:moveTo>
                <a:lnTo>
                  <a:pt x="90002" y="200003"/>
                </a:lnTo>
                <a:cubicBezTo>
                  <a:pt x="90002" y="233504"/>
                  <a:pt x="113565" y="261505"/>
                  <a:pt x="145006" y="268379"/>
                </a:cubicBezTo>
                <a:lnTo>
                  <a:pt x="145006" y="175001"/>
                </a:lnTo>
                <a:cubicBezTo>
                  <a:pt x="145006" y="166690"/>
                  <a:pt x="151694" y="160001"/>
                  <a:pt x="160008" y="160001"/>
                </a:cubicBezTo>
                <a:cubicBezTo>
                  <a:pt x="168321" y="160001"/>
                  <a:pt x="175009" y="166690"/>
                  <a:pt x="175009" y="175001"/>
                </a:cubicBezTo>
                <a:lnTo>
                  <a:pt x="175009" y="268379"/>
                </a:lnTo>
                <a:cubicBezTo>
                  <a:pt x="206447" y="261505"/>
                  <a:pt x="230013" y="233504"/>
                  <a:pt x="230013" y="200003"/>
                </a:cubicBezTo>
                <a:lnTo>
                  <a:pt x="230013" y="165003"/>
                </a:lnTo>
                <a:cubicBezTo>
                  <a:pt x="230013" y="145689"/>
                  <a:pt x="214326" y="130003"/>
                  <a:pt x="195013" y="130003"/>
                </a:cubicBezTo>
                <a:lnTo>
                  <a:pt x="125011" y="130003"/>
                </a:lnTo>
                <a:cubicBezTo>
                  <a:pt x="105699" y="130003"/>
                  <a:pt x="90012" y="145692"/>
                  <a:pt x="90012" y="165003"/>
                </a:cubicBezTo>
                <a:lnTo>
                  <a:pt x="90002" y="16500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79920" y="3885967"/>
            <a:ext cx="306469" cy="320040"/>
          </a:xfrm>
          <a:custGeom>
            <a:avLst/>
            <a:gdLst/>
            <a:ahLst/>
            <a:cxnLst/>
            <a:rect l="l" t="t" r="r" b="b"/>
            <a:pathLst>
              <a:path w="306469" h="320040">
                <a:moveTo>
                  <a:pt x="153238" y="0"/>
                </a:moveTo>
                <a:cubicBezTo>
                  <a:pt x="163863" y="0"/>
                  <a:pt x="174240" y="1063"/>
                  <a:pt x="184366" y="3002"/>
                </a:cubicBezTo>
                <a:cubicBezTo>
                  <a:pt x="189303" y="3940"/>
                  <a:pt x="197991" y="6814"/>
                  <a:pt x="202742" y="15567"/>
                </a:cubicBezTo>
                <a:cubicBezTo>
                  <a:pt x="203992" y="17881"/>
                  <a:pt x="204991" y="20316"/>
                  <a:pt x="205616" y="22944"/>
                </a:cubicBezTo>
                <a:lnTo>
                  <a:pt x="211430" y="47011"/>
                </a:lnTo>
                <a:cubicBezTo>
                  <a:pt x="212307" y="50637"/>
                  <a:pt x="218430" y="54199"/>
                  <a:pt x="221994" y="53136"/>
                </a:cubicBezTo>
                <a:lnTo>
                  <a:pt x="245748" y="46134"/>
                </a:lnTo>
                <a:cubicBezTo>
                  <a:pt x="248249" y="45385"/>
                  <a:pt x="250811" y="45007"/>
                  <a:pt x="253373" y="44946"/>
                </a:cubicBezTo>
                <a:cubicBezTo>
                  <a:pt x="263438" y="44633"/>
                  <a:pt x="270251" y="50822"/>
                  <a:pt x="273564" y="54573"/>
                </a:cubicBezTo>
                <a:cubicBezTo>
                  <a:pt x="287379" y="70262"/>
                  <a:pt x="298005" y="88702"/>
                  <a:pt x="304756" y="108516"/>
                </a:cubicBezTo>
                <a:cubicBezTo>
                  <a:pt x="306380" y="113265"/>
                  <a:pt x="308256" y="122143"/>
                  <a:pt x="303067" y="130643"/>
                </a:cubicBezTo>
                <a:cubicBezTo>
                  <a:pt x="301691" y="132893"/>
                  <a:pt x="300006" y="135018"/>
                  <a:pt x="298066" y="136894"/>
                </a:cubicBezTo>
                <a:lnTo>
                  <a:pt x="280125" y="153958"/>
                </a:lnTo>
                <a:cubicBezTo>
                  <a:pt x="277499" y="156458"/>
                  <a:pt x="277499" y="163646"/>
                  <a:pt x="280125" y="166149"/>
                </a:cubicBezTo>
                <a:lnTo>
                  <a:pt x="298066" y="183213"/>
                </a:lnTo>
                <a:cubicBezTo>
                  <a:pt x="300003" y="185089"/>
                  <a:pt x="301691" y="187214"/>
                  <a:pt x="303067" y="189464"/>
                </a:cubicBezTo>
                <a:cubicBezTo>
                  <a:pt x="308192" y="197964"/>
                  <a:pt x="306319" y="206842"/>
                  <a:pt x="304756" y="211591"/>
                </a:cubicBezTo>
                <a:cubicBezTo>
                  <a:pt x="298005" y="231405"/>
                  <a:pt x="287379" y="249785"/>
                  <a:pt x="273564" y="265534"/>
                </a:cubicBezTo>
                <a:cubicBezTo>
                  <a:pt x="270251" y="269285"/>
                  <a:pt x="263373" y="275471"/>
                  <a:pt x="253373" y="275161"/>
                </a:cubicBezTo>
                <a:cubicBezTo>
                  <a:pt x="250811" y="275097"/>
                  <a:pt x="248249" y="274661"/>
                  <a:pt x="245748" y="273973"/>
                </a:cubicBezTo>
                <a:lnTo>
                  <a:pt x="221994" y="266910"/>
                </a:lnTo>
                <a:cubicBezTo>
                  <a:pt x="218430" y="265848"/>
                  <a:pt x="212307" y="269410"/>
                  <a:pt x="211430" y="273036"/>
                </a:cubicBezTo>
                <a:lnTo>
                  <a:pt x="205616" y="297103"/>
                </a:lnTo>
                <a:cubicBezTo>
                  <a:pt x="204991" y="299727"/>
                  <a:pt x="203992" y="302230"/>
                  <a:pt x="202742" y="304479"/>
                </a:cubicBezTo>
                <a:cubicBezTo>
                  <a:pt x="197927" y="313229"/>
                  <a:pt x="189239" y="316043"/>
                  <a:pt x="184366" y="317044"/>
                </a:cubicBezTo>
                <a:cubicBezTo>
                  <a:pt x="174240" y="318981"/>
                  <a:pt x="163863" y="320043"/>
                  <a:pt x="153238" y="320043"/>
                </a:cubicBezTo>
                <a:cubicBezTo>
                  <a:pt x="142612" y="320043"/>
                  <a:pt x="132235" y="318981"/>
                  <a:pt x="122110" y="317041"/>
                </a:cubicBezTo>
                <a:cubicBezTo>
                  <a:pt x="117172" y="316103"/>
                  <a:pt x="108484" y="313229"/>
                  <a:pt x="103734" y="304476"/>
                </a:cubicBezTo>
                <a:cubicBezTo>
                  <a:pt x="102483" y="302162"/>
                  <a:pt x="101484" y="299727"/>
                  <a:pt x="100859" y="297099"/>
                </a:cubicBezTo>
                <a:lnTo>
                  <a:pt x="95045" y="273032"/>
                </a:lnTo>
                <a:cubicBezTo>
                  <a:pt x="94169" y="269406"/>
                  <a:pt x="88046" y="265844"/>
                  <a:pt x="84481" y="266907"/>
                </a:cubicBezTo>
                <a:lnTo>
                  <a:pt x="60727" y="273906"/>
                </a:lnTo>
                <a:cubicBezTo>
                  <a:pt x="58226" y="274655"/>
                  <a:pt x="55664" y="275033"/>
                  <a:pt x="53102" y="275093"/>
                </a:cubicBezTo>
                <a:cubicBezTo>
                  <a:pt x="43038" y="275407"/>
                  <a:pt x="36225" y="269217"/>
                  <a:pt x="32912" y="265467"/>
                </a:cubicBezTo>
                <a:cubicBezTo>
                  <a:pt x="19161" y="249778"/>
                  <a:pt x="8471" y="231338"/>
                  <a:pt x="1719" y="211524"/>
                </a:cubicBezTo>
                <a:cubicBezTo>
                  <a:pt x="95" y="206775"/>
                  <a:pt x="-1781" y="197897"/>
                  <a:pt x="3408" y="189396"/>
                </a:cubicBezTo>
                <a:cubicBezTo>
                  <a:pt x="4784" y="187146"/>
                  <a:pt x="6470" y="185021"/>
                  <a:pt x="8410" y="183146"/>
                </a:cubicBezTo>
                <a:lnTo>
                  <a:pt x="26350" y="166081"/>
                </a:lnTo>
                <a:cubicBezTo>
                  <a:pt x="28977" y="163582"/>
                  <a:pt x="28977" y="156394"/>
                  <a:pt x="26350" y="153891"/>
                </a:cubicBezTo>
                <a:lnTo>
                  <a:pt x="8348" y="136827"/>
                </a:lnTo>
                <a:cubicBezTo>
                  <a:pt x="6411" y="134951"/>
                  <a:pt x="4723" y="132826"/>
                  <a:pt x="3347" y="130576"/>
                </a:cubicBezTo>
                <a:cubicBezTo>
                  <a:pt x="-1777" y="122076"/>
                  <a:pt x="95" y="113198"/>
                  <a:pt x="1723" y="108509"/>
                </a:cubicBezTo>
                <a:cubicBezTo>
                  <a:pt x="8474" y="88696"/>
                  <a:pt x="19099" y="70316"/>
                  <a:pt x="32915" y="54567"/>
                </a:cubicBezTo>
                <a:cubicBezTo>
                  <a:pt x="36228" y="50816"/>
                  <a:pt x="43105" y="44629"/>
                  <a:pt x="53105" y="44940"/>
                </a:cubicBezTo>
                <a:cubicBezTo>
                  <a:pt x="55667" y="45004"/>
                  <a:pt x="58229" y="45439"/>
                  <a:pt x="60730" y="46127"/>
                </a:cubicBezTo>
                <a:lnTo>
                  <a:pt x="84485" y="53130"/>
                </a:lnTo>
                <a:cubicBezTo>
                  <a:pt x="88049" y="54192"/>
                  <a:pt x="94172" y="50630"/>
                  <a:pt x="95049" y="47004"/>
                </a:cubicBezTo>
                <a:lnTo>
                  <a:pt x="100862" y="22937"/>
                </a:lnTo>
                <a:cubicBezTo>
                  <a:pt x="101487" y="20313"/>
                  <a:pt x="102487" y="17810"/>
                  <a:pt x="103737" y="15560"/>
                </a:cubicBezTo>
                <a:cubicBezTo>
                  <a:pt x="108551" y="6810"/>
                  <a:pt x="117240" y="3997"/>
                  <a:pt x="122113" y="2996"/>
                </a:cubicBezTo>
                <a:cubicBezTo>
                  <a:pt x="132239" y="1059"/>
                  <a:pt x="142616" y="-6"/>
                  <a:pt x="153241" y="-6"/>
                </a:cubicBezTo>
                <a:lnTo>
                  <a:pt x="153238" y="0"/>
                </a:lnTo>
                <a:moveTo>
                  <a:pt x="129548" y="32129"/>
                </a:moveTo>
                <a:lnTo>
                  <a:pt x="124233" y="54068"/>
                </a:lnTo>
                <a:cubicBezTo>
                  <a:pt x="119357" y="74259"/>
                  <a:pt x="95919" y="87758"/>
                  <a:pt x="75977" y="81946"/>
                </a:cubicBezTo>
                <a:lnTo>
                  <a:pt x="54411" y="75571"/>
                </a:lnTo>
                <a:cubicBezTo>
                  <a:pt x="44098" y="87637"/>
                  <a:pt x="35970" y="101638"/>
                  <a:pt x="30656" y="116639"/>
                </a:cubicBezTo>
                <a:lnTo>
                  <a:pt x="47034" y="132202"/>
                </a:lnTo>
                <a:cubicBezTo>
                  <a:pt x="62036" y="146454"/>
                  <a:pt x="62036" y="173583"/>
                  <a:pt x="47034" y="187835"/>
                </a:cubicBezTo>
                <a:lnTo>
                  <a:pt x="30656" y="203398"/>
                </a:lnTo>
                <a:cubicBezTo>
                  <a:pt x="35970" y="218402"/>
                  <a:pt x="44095" y="232400"/>
                  <a:pt x="54411" y="244466"/>
                </a:cubicBezTo>
                <a:lnTo>
                  <a:pt x="76038" y="238091"/>
                </a:lnTo>
                <a:cubicBezTo>
                  <a:pt x="95916" y="232215"/>
                  <a:pt x="119419" y="245778"/>
                  <a:pt x="124295" y="265969"/>
                </a:cubicBezTo>
                <a:lnTo>
                  <a:pt x="129609" y="287908"/>
                </a:lnTo>
                <a:cubicBezTo>
                  <a:pt x="144985" y="290721"/>
                  <a:pt x="161675" y="290721"/>
                  <a:pt x="177053" y="287908"/>
                </a:cubicBezTo>
                <a:lnTo>
                  <a:pt x="182368" y="265969"/>
                </a:lnTo>
                <a:cubicBezTo>
                  <a:pt x="187244" y="245778"/>
                  <a:pt x="210682" y="232279"/>
                  <a:pt x="230624" y="238091"/>
                </a:cubicBezTo>
                <a:lnTo>
                  <a:pt x="252252" y="244466"/>
                </a:lnTo>
                <a:cubicBezTo>
                  <a:pt x="262565" y="232400"/>
                  <a:pt x="270692" y="218399"/>
                  <a:pt x="276006" y="203398"/>
                </a:cubicBezTo>
                <a:lnTo>
                  <a:pt x="259629" y="187835"/>
                </a:lnTo>
                <a:cubicBezTo>
                  <a:pt x="244627" y="173583"/>
                  <a:pt x="244627" y="146454"/>
                  <a:pt x="259629" y="132202"/>
                </a:cubicBezTo>
                <a:lnTo>
                  <a:pt x="276006" y="116639"/>
                </a:lnTo>
                <a:cubicBezTo>
                  <a:pt x="270692" y="101638"/>
                  <a:pt x="262568" y="87633"/>
                  <a:pt x="252252" y="75571"/>
                </a:cubicBezTo>
                <a:lnTo>
                  <a:pt x="230624" y="81946"/>
                </a:lnTo>
                <a:cubicBezTo>
                  <a:pt x="210747" y="87822"/>
                  <a:pt x="187244" y="74259"/>
                  <a:pt x="182368" y="54068"/>
                </a:cubicBezTo>
                <a:lnTo>
                  <a:pt x="177053" y="32129"/>
                </a:lnTo>
                <a:cubicBezTo>
                  <a:pt x="161678" y="29316"/>
                  <a:pt x="144988" y="29316"/>
                  <a:pt x="129609" y="32129"/>
                </a:cubicBezTo>
                <a:lnTo>
                  <a:pt x="129548" y="32129"/>
                </a:lnTo>
                <a:moveTo>
                  <a:pt x="123234" y="160020"/>
                </a:moveTo>
                <a:cubicBezTo>
                  <a:pt x="123234" y="176592"/>
                  <a:pt x="136667" y="190024"/>
                  <a:pt x="153238" y="190024"/>
                </a:cubicBezTo>
                <a:cubicBezTo>
                  <a:pt x="169809" y="190024"/>
                  <a:pt x="183241" y="176592"/>
                  <a:pt x="183241" y="160020"/>
                </a:cubicBezTo>
                <a:cubicBezTo>
                  <a:pt x="183241" y="143448"/>
                  <a:pt x="169809" y="130016"/>
                  <a:pt x="153238" y="130016"/>
                </a:cubicBezTo>
                <a:cubicBezTo>
                  <a:pt x="136667" y="130016"/>
                  <a:pt x="123234" y="143448"/>
                  <a:pt x="123234" y="160020"/>
                </a:cubicBezTo>
                <a:moveTo>
                  <a:pt x="153238" y="220028"/>
                </a:moveTo>
                <a:cubicBezTo>
                  <a:pt x="120096" y="220028"/>
                  <a:pt x="93231" y="193160"/>
                  <a:pt x="93231" y="160020"/>
                </a:cubicBezTo>
                <a:cubicBezTo>
                  <a:pt x="93231" y="126880"/>
                  <a:pt x="120096" y="100013"/>
                  <a:pt x="153238" y="100013"/>
                </a:cubicBezTo>
                <a:cubicBezTo>
                  <a:pt x="186379" y="100013"/>
                  <a:pt x="213244" y="126880"/>
                  <a:pt x="213244" y="160020"/>
                </a:cubicBezTo>
                <a:cubicBezTo>
                  <a:pt x="213244" y="193160"/>
                  <a:pt x="186379" y="220028"/>
                  <a:pt x="153238" y="220028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5054" y="3949975"/>
            <a:ext cx="320040" cy="192024"/>
          </a:xfrm>
          <a:custGeom>
            <a:avLst/>
            <a:gdLst/>
            <a:ahLst/>
            <a:cxnLst/>
            <a:rect l="l" t="t" r="r" b="b"/>
            <a:pathLst>
              <a:path w="320040" h="192024">
                <a:moveTo>
                  <a:pt x="71958" y="0"/>
                </a:moveTo>
                <a:cubicBezTo>
                  <a:pt x="32202" y="0"/>
                  <a:pt x="0" y="32204"/>
                  <a:pt x="0" y="71959"/>
                </a:cubicBezTo>
                <a:cubicBezTo>
                  <a:pt x="0" y="109815"/>
                  <a:pt x="29354" y="141218"/>
                  <a:pt x="67157" y="143718"/>
                </a:cubicBezTo>
                <a:lnTo>
                  <a:pt x="71209" y="143968"/>
                </a:lnTo>
                <a:cubicBezTo>
                  <a:pt x="77808" y="144417"/>
                  <a:pt x="83559" y="139417"/>
                  <a:pt x="83959" y="132817"/>
                </a:cubicBezTo>
                <a:cubicBezTo>
                  <a:pt x="84359" y="126217"/>
                  <a:pt x="79408" y="120466"/>
                  <a:pt x="72758" y="120065"/>
                </a:cubicBezTo>
                <a:lnTo>
                  <a:pt x="68706" y="119815"/>
                </a:lnTo>
                <a:cubicBezTo>
                  <a:pt x="43554" y="118116"/>
                  <a:pt x="24000" y="97162"/>
                  <a:pt x="24000" y="71959"/>
                </a:cubicBezTo>
                <a:cubicBezTo>
                  <a:pt x="24000" y="45506"/>
                  <a:pt x="45452" y="24003"/>
                  <a:pt x="71955" y="24003"/>
                </a:cubicBezTo>
                <a:lnTo>
                  <a:pt x="152115" y="24003"/>
                </a:lnTo>
                <a:cubicBezTo>
                  <a:pt x="178569" y="24003"/>
                  <a:pt x="200070" y="45456"/>
                  <a:pt x="200070" y="71959"/>
                </a:cubicBezTo>
                <a:cubicBezTo>
                  <a:pt x="200070" y="97212"/>
                  <a:pt x="180518" y="118114"/>
                  <a:pt x="155315" y="119765"/>
                </a:cubicBezTo>
                <a:lnTo>
                  <a:pt x="151264" y="120015"/>
                </a:lnTo>
                <a:cubicBezTo>
                  <a:pt x="144664" y="120464"/>
                  <a:pt x="139662" y="126165"/>
                  <a:pt x="140062" y="132767"/>
                </a:cubicBezTo>
                <a:cubicBezTo>
                  <a:pt x="140462" y="139367"/>
                  <a:pt x="146213" y="144369"/>
                  <a:pt x="152813" y="143918"/>
                </a:cubicBezTo>
                <a:lnTo>
                  <a:pt x="156864" y="143668"/>
                </a:lnTo>
                <a:cubicBezTo>
                  <a:pt x="194671" y="141168"/>
                  <a:pt x="224021" y="109765"/>
                  <a:pt x="224021" y="71909"/>
                </a:cubicBezTo>
                <a:cubicBezTo>
                  <a:pt x="224021" y="32204"/>
                  <a:pt x="191816" y="0"/>
                  <a:pt x="152064" y="0"/>
                </a:cubicBezTo>
                <a:lnTo>
                  <a:pt x="71958" y="0"/>
                </a:lnTo>
                <a:moveTo>
                  <a:pt x="248082" y="192024"/>
                </a:moveTo>
                <a:cubicBezTo>
                  <a:pt x="287838" y="192024"/>
                  <a:pt x="320040" y="159820"/>
                  <a:pt x="320040" y="120065"/>
                </a:cubicBezTo>
                <a:cubicBezTo>
                  <a:pt x="320040" y="82209"/>
                  <a:pt x="290686" y="50806"/>
                  <a:pt x="252883" y="48306"/>
                </a:cubicBezTo>
                <a:lnTo>
                  <a:pt x="248831" y="48056"/>
                </a:lnTo>
                <a:cubicBezTo>
                  <a:pt x="242229" y="47607"/>
                  <a:pt x="236481" y="52607"/>
                  <a:pt x="236081" y="59257"/>
                </a:cubicBezTo>
                <a:cubicBezTo>
                  <a:pt x="235681" y="65908"/>
                  <a:pt x="240632" y="71608"/>
                  <a:pt x="247231" y="72009"/>
                </a:cubicBezTo>
                <a:lnTo>
                  <a:pt x="251283" y="72259"/>
                </a:lnTo>
                <a:cubicBezTo>
                  <a:pt x="276486" y="73958"/>
                  <a:pt x="296037" y="94862"/>
                  <a:pt x="296037" y="120065"/>
                </a:cubicBezTo>
                <a:cubicBezTo>
                  <a:pt x="296037" y="146518"/>
                  <a:pt x="274585" y="168021"/>
                  <a:pt x="248082" y="168021"/>
                </a:cubicBezTo>
                <a:lnTo>
                  <a:pt x="167973" y="168021"/>
                </a:lnTo>
                <a:cubicBezTo>
                  <a:pt x="141470" y="168021"/>
                  <a:pt x="120018" y="146568"/>
                  <a:pt x="120018" y="120065"/>
                </a:cubicBezTo>
                <a:cubicBezTo>
                  <a:pt x="120018" y="94812"/>
                  <a:pt x="139569" y="73910"/>
                  <a:pt x="164773" y="72209"/>
                </a:cubicBezTo>
                <a:lnTo>
                  <a:pt x="168322" y="71959"/>
                </a:lnTo>
                <a:cubicBezTo>
                  <a:pt x="174924" y="71510"/>
                  <a:pt x="179923" y="65809"/>
                  <a:pt x="179472" y="59157"/>
                </a:cubicBezTo>
                <a:cubicBezTo>
                  <a:pt x="179021" y="52505"/>
                  <a:pt x="173321" y="47555"/>
                  <a:pt x="166670" y="48006"/>
                </a:cubicBezTo>
                <a:lnTo>
                  <a:pt x="163121" y="48256"/>
                </a:lnTo>
                <a:cubicBezTo>
                  <a:pt x="125366" y="50806"/>
                  <a:pt x="96012" y="82209"/>
                  <a:pt x="96012" y="120065"/>
                </a:cubicBezTo>
                <a:cubicBezTo>
                  <a:pt x="96012" y="159819"/>
                  <a:pt x="128214" y="192024"/>
                  <a:pt x="167970" y="192024"/>
                </a:cubicBezTo>
                <a:lnTo>
                  <a:pt x="248082" y="19202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7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6343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64007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3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4"/>
            <a:srcRect/>
            <a:stretch>
              <a:fillRect l="-179116" r="-179116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Objetivos de la unidad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5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493775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45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Documentar eficazmente las </a:t>
            </a:r>
            <a:r>
              <a:rPr lang="en-US" sz="1450" err="1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incidencias</a:t>
            </a:r>
            <a:r>
              <a:rPr lang="en-US" sz="145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para facilitar su gestión y resolución, asegurando la calidad del software.</a:t>
            </a:r>
            <a:endParaRPr lang="en-US" sz="1450"/>
          </a:p>
        </p:txBody>
      </p:sp>
      <p:sp>
        <p:nvSpPr>
          <p:cNvPr id="16" name="Text 14"/>
          <p:cNvSpPr/>
          <p:nvPr/>
        </p:nvSpPr>
        <p:spPr>
          <a:xfrm>
            <a:off x="493775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14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Documentación de incidencias</a:t>
            </a:r>
            <a:endParaRPr lang="en-US" sz="1514"/>
          </a:p>
        </p:txBody>
      </p:sp>
      <p:sp>
        <p:nvSpPr>
          <p:cNvPr id="17" name="Text 15"/>
          <p:cNvSpPr/>
          <p:nvPr/>
        </p:nvSpPr>
        <p:spPr>
          <a:xfrm>
            <a:off x="91439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45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Aplicar técnicas para ejecutar pruebas unitarias y automatizadas, mejorando la detección temprana de errores.</a:t>
            </a:r>
            <a:endParaRPr lang="en-US" sz="1450"/>
          </a:p>
        </p:txBody>
      </p:sp>
      <p:sp>
        <p:nvSpPr>
          <p:cNvPr id="18" name="Text 16"/>
          <p:cNvSpPr/>
          <p:nvPr/>
        </p:nvSpPr>
        <p:spPr>
          <a:xfrm>
            <a:off x="91439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14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Aplicación de técnicas de prueba</a:t>
            </a:r>
            <a:endParaRPr lang="en-US" sz="1514"/>
          </a:p>
        </p:txBody>
      </p:sp>
      <p:sp>
        <p:nvSpPr>
          <p:cNvPr id="19" name="Text 17"/>
          <p:cNvSpPr/>
          <p:nvPr/>
        </p:nvSpPr>
        <p:spPr>
          <a:xfrm>
            <a:off x="493775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45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Reconocer y utilizar herramientas de depuración y prueba disponibles en entornos de desarrollo.</a:t>
            </a:r>
            <a:endParaRPr lang="en-US" sz="1450"/>
          </a:p>
        </p:txBody>
      </p:sp>
      <p:sp>
        <p:nvSpPr>
          <p:cNvPr id="20" name="Text 18"/>
          <p:cNvSpPr/>
          <p:nvPr/>
        </p:nvSpPr>
        <p:spPr>
          <a:xfrm>
            <a:off x="493775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14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Uso de herramientas de depuración</a:t>
            </a:r>
            <a:endParaRPr lang="en-US" sz="1514"/>
          </a:p>
        </p:txBody>
      </p:sp>
      <p:sp>
        <p:nvSpPr>
          <p:cNvPr id="21" name="Text 19"/>
          <p:cNvSpPr/>
          <p:nvPr/>
        </p:nvSpPr>
        <p:spPr>
          <a:xfrm>
            <a:off x="91439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45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Identificar y entender los distintos tipos de pruebas y cómo definir casos de prueba adecuados.</a:t>
            </a:r>
            <a:endParaRPr lang="en-US" sz="1450"/>
          </a:p>
        </p:txBody>
      </p:sp>
      <p:sp>
        <p:nvSpPr>
          <p:cNvPr id="22" name="Text 20"/>
          <p:cNvSpPr/>
          <p:nvPr/>
        </p:nvSpPr>
        <p:spPr>
          <a:xfrm>
            <a:off x="91439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14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Identificación y definición de </a:t>
            </a:r>
            <a:r>
              <a:rPr lang="en-US" sz="1514" err="1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pruebas</a:t>
            </a:r>
            <a:endParaRPr lang="en-US" sz="1514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399" y="1502369"/>
            <a:ext cx="365760" cy="365662"/>
          </a:xfrm>
          <a:custGeom>
            <a:avLst/>
            <a:gdLst/>
            <a:ahLst/>
            <a:cxnLst/>
            <a:rect l="l" t="t" r="r" b="b"/>
            <a:pathLst>
              <a:path w="365760" h="365662">
                <a:moveTo>
                  <a:pt x="262864" y="148576"/>
                </a:moveTo>
                <a:cubicBezTo>
                  <a:pt x="262864" y="85455"/>
                  <a:pt x="211695" y="34288"/>
                  <a:pt x="148575" y="34288"/>
                </a:cubicBezTo>
                <a:cubicBezTo>
                  <a:pt x="85456" y="34288"/>
                  <a:pt x="34286" y="85455"/>
                  <a:pt x="34286" y="148576"/>
                </a:cubicBezTo>
                <a:cubicBezTo>
                  <a:pt x="34286" y="211696"/>
                  <a:pt x="85456" y="262863"/>
                  <a:pt x="148575" y="262863"/>
                </a:cubicBezTo>
                <a:cubicBezTo>
                  <a:pt x="211695" y="262863"/>
                  <a:pt x="262864" y="211696"/>
                  <a:pt x="262864" y="148576"/>
                </a:cubicBezTo>
                <a:lnTo>
                  <a:pt x="262864" y="148576"/>
                </a:lnTo>
                <a:moveTo>
                  <a:pt x="240791" y="265079"/>
                </a:moveTo>
                <a:cubicBezTo>
                  <a:pt x="215506" y="285150"/>
                  <a:pt x="183432" y="297151"/>
                  <a:pt x="148575" y="297151"/>
                </a:cubicBezTo>
                <a:cubicBezTo>
                  <a:pt x="66502" y="297151"/>
                  <a:pt x="0" y="230649"/>
                  <a:pt x="0" y="148576"/>
                </a:cubicBezTo>
                <a:cubicBezTo>
                  <a:pt x="0" y="66503"/>
                  <a:pt x="66503" y="0"/>
                  <a:pt x="148575" y="0"/>
                </a:cubicBezTo>
                <a:cubicBezTo>
                  <a:pt x="230648" y="0"/>
                  <a:pt x="297151" y="66503"/>
                  <a:pt x="297151" y="148576"/>
                </a:cubicBezTo>
                <a:cubicBezTo>
                  <a:pt x="297151" y="183434"/>
                  <a:pt x="285150" y="215506"/>
                  <a:pt x="265077" y="240792"/>
                </a:cubicBezTo>
                <a:lnTo>
                  <a:pt x="360723" y="336438"/>
                </a:lnTo>
                <a:cubicBezTo>
                  <a:pt x="367439" y="343152"/>
                  <a:pt x="367439" y="354012"/>
                  <a:pt x="360723" y="360652"/>
                </a:cubicBezTo>
                <a:cubicBezTo>
                  <a:pt x="354008" y="367296"/>
                  <a:pt x="343152" y="367366"/>
                  <a:pt x="336510" y="360652"/>
                </a:cubicBezTo>
                <a:lnTo>
                  <a:pt x="240791" y="26507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77" y="1502320"/>
            <a:ext cx="365724" cy="365760"/>
          </a:xfrm>
          <a:custGeom>
            <a:avLst/>
            <a:gdLst/>
            <a:ahLst/>
            <a:cxnLst/>
            <a:rect l="l" t="t" r="r" b="b"/>
            <a:pathLst>
              <a:path w="365724" h="365760">
                <a:moveTo>
                  <a:pt x="182862" y="0"/>
                </a:moveTo>
                <a:cubicBezTo>
                  <a:pt x="220722" y="0"/>
                  <a:pt x="251436" y="30717"/>
                  <a:pt x="251436" y="68573"/>
                </a:cubicBezTo>
                <a:lnTo>
                  <a:pt x="251436" y="71144"/>
                </a:lnTo>
                <a:cubicBezTo>
                  <a:pt x="251436" y="82358"/>
                  <a:pt x="242366" y="91429"/>
                  <a:pt x="231149" y="91429"/>
                </a:cubicBezTo>
                <a:lnTo>
                  <a:pt x="134645" y="91429"/>
                </a:lnTo>
                <a:cubicBezTo>
                  <a:pt x="123432" y="91429"/>
                  <a:pt x="114358" y="82358"/>
                  <a:pt x="114358" y="71144"/>
                </a:cubicBezTo>
                <a:lnTo>
                  <a:pt x="114358" y="68573"/>
                </a:lnTo>
                <a:cubicBezTo>
                  <a:pt x="114358" y="30713"/>
                  <a:pt x="145072" y="0"/>
                  <a:pt x="182932" y="0"/>
                </a:cubicBezTo>
                <a:lnTo>
                  <a:pt x="182862" y="0"/>
                </a:lnTo>
                <a:moveTo>
                  <a:pt x="27857" y="73573"/>
                </a:moveTo>
                <a:cubicBezTo>
                  <a:pt x="34572" y="66857"/>
                  <a:pt x="45430" y="66857"/>
                  <a:pt x="52072" y="73573"/>
                </a:cubicBezTo>
                <a:lnTo>
                  <a:pt x="103789" y="125287"/>
                </a:lnTo>
                <a:cubicBezTo>
                  <a:pt x="115218" y="118360"/>
                  <a:pt x="128574" y="114285"/>
                  <a:pt x="142863" y="114285"/>
                </a:cubicBezTo>
                <a:lnTo>
                  <a:pt x="222865" y="114285"/>
                </a:lnTo>
                <a:cubicBezTo>
                  <a:pt x="237150" y="114285"/>
                  <a:pt x="250510" y="118356"/>
                  <a:pt x="261866" y="125357"/>
                </a:cubicBezTo>
                <a:lnTo>
                  <a:pt x="313583" y="73569"/>
                </a:lnTo>
                <a:cubicBezTo>
                  <a:pt x="320298" y="66854"/>
                  <a:pt x="331156" y="66854"/>
                  <a:pt x="337798" y="73569"/>
                </a:cubicBezTo>
                <a:cubicBezTo>
                  <a:pt x="344439" y="80284"/>
                  <a:pt x="344512" y="91140"/>
                  <a:pt x="337798" y="97782"/>
                </a:cubicBezTo>
                <a:lnTo>
                  <a:pt x="286081" y="149497"/>
                </a:lnTo>
                <a:cubicBezTo>
                  <a:pt x="293081" y="160927"/>
                  <a:pt x="297151" y="174285"/>
                  <a:pt x="297151" y="188571"/>
                </a:cubicBezTo>
                <a:lnTo>
                  <a:pt x="348583" y="188571"/>
                </a:lnTo>
                <a:cubicBezTo>
                  <a:pt x="358084" y="188571"/>
                  <a:pt x="365728" y="196216"/>
                  <a:pt x="365728" y="205714"/>
                </a:cubicBezTo>
                <a:cubicBezTo>
                  <a:pt x="365728" y="215213"/>
                  <a:pt x="358084" y="222858"/>
                  <a:pt x="348587" y="222858"/>
                </a:cubicBezTo>
                <a:lnTo>
                  <a:pt x="297158" y="222858"/>
                </a:lnTo>
                <a:lnTo>
                  <a:pt x="297158" y="228571"/>
                </a:lnTo>
                <a:cubicBezTo>
                  <a:pt x="297158" y="248000"/>
                  <a:pt x="292302" y="266284"/>
                  <a:pt x="283729" y="282359"/>
                </a:cubicBezTo>
                <a:lnTo>
                  <a:pt x="337874" y="336433"/>
                </a:lnTo>
                <a:cubicBezTo>
                  <a:pt x="344589" y="343149"/>
                  <a:pt x="344589" y="354005"/>
                  <a:pt x="337874" y="360647"/>
                </a:cubicBezTo>
                <a:cubicBezTo>
                  <a:pt x="331160" y="367289"/>
                  <a:pt x="320301" y="367362"/>
                  <a:pt x="313660" y="360647"/>
                </a:cubicBezTo>
                <a:lnTo>
                  <a:pt x="263014" y="310004"/>
                </a:lnTo>
                <a:cubicBezTo>
                  <a:pt x="242369" y="330362"/>
                  <a:pt x="214084" y="342860"/>
                  <a:pt x="182870" y="342860"/>
                </a:cubicBezTo>
                <a:cubicBezTo>
                  <a:pt x="151655" y="342860"/>
                  <a:pt x="123366" y="330358"/>
                  <a:pt x="102725" y="310073"/>
                </a:cubicBezTo>
                <a:lnTo>
                  <a:pt x="52152" y="360716"/>
                </a:lnTo>
                <a:cubicBezTo>
                  <a:pt x="45438" y="367432"/>
                  <a:pt x="34579" y="367432"/>
                  <a:pt x="27938" y="360716"/>
                </a:cubicBezTo>
                <a:cubicBezTo>
                  <a:pt x="21296" y="354001"/>
                  <a:pt x="21223" y="343145"/>
                  <a:pt x="27938" y="336503"/>
                </a:cubicBezTo>
                <a:lnTo>
                  <a:pt x="82083" y="282359"/>
                </a:lnTo>
                <a:cubicBezTo>
                  <a:pt x="73441" y="266288"/>
                  <a:pt x="68584" y="248000"/>
                  <a:pt x="68584" y="228571"/>
                </a:cubicBezTo>
                <a:lnTo>
                  <a:pt x="68584" y="222858"/>
                </a:lnTo>
                <a:lnTo>
                  <a:pt x="17156" y="222858"/>
                </a:lnTo>
                <a:cubicBezTo>
                  <a:pt x="7655" y="222858"/>
                  <a:pt x="15" y="215213"/>
                  <a:pt x="15" y="205714"/>
                </a:cubicBezTo>
                <a:cubicBezTo>
                  <a:pt x="15" y="196216"/>
                  <a:pt x="7658" y="188571"/>
                  <a:pt x="17160" y="188571"/>
                </a:cubicBezTo>
                <a:lnTo>
                  <a:pt x="68592" y="188571"/>
                </a:lnTo>
                <a:cubicBezTo>
                  <a:pt x="68592" y="174285"/>
                  <a:pt x="72662" y="160927"/>
                  <a:pt x="79662" y="149570"/>
                </a:cubicBezTo>
                <a:lnTo>
                  <a:pt x="27875" y="97855"/>
                </a:lnTo>
                <a:cubicBezTo>
                  <a:pt x="21161" y="91140"/>
                  <a:pt x="21161" y="80284"/>
                  <a:pt x="27875" y="73642"/>
                </a:cubicBezTo>
                <a:lnTo>
                  <a:pt x="27857" y="73573"/>
                </a:lnTo>
                <a:moveTo>
                  <a:pt x="102860" y="188575"/>
                </a:moveTo>
                <a:lnTo>
                  <a:pt x="102860" y="228574"/>
                </a:lnTo>
                <a:cubicBezTo>
                  <a:pt x="102860" y="266862"/>
                  <a:pt x="129788" y="298862"/>
                  <a:pt x="165721" y="306719"/>
                </a:cubicBezTo>
                <a:lnTo>
                  <a:pt x="165721" y="200001"/>
                </a:lnTo>
                <a:cubicBezTo>
                  <a:pt x="165721" y="190502"/>
                  <a:pt x="173364" y="182858"/>
                  <a:pt x="182866" y="182858"/>
                </a:cubicBezTo>
                <a:cubicBezTo>
                  <a:pt x="192367" y="182858"/>
                  <a:pt x="200011" y="190502"/>
                  <a:pt x="200011" y="200001"/>
                </a:cubicBezTo>
                <a:lnTo>
                  <a:pt x="200011" y="306719"/>
                </a:lnTo>
                <a:cubicBezTo>
                  <a:pt x="235940" y="298862"/>
                  <a:pt x="262872" y="266862"/>
                  <a:pt x="262872" y="228574"/>
                </a:cubicBezTo>
                <a:lnTo>
                  <a:pt x="262872" y="188575"/>
                </a:lnTo>
                <a:cubicBezTo>
                  <a:pt x="262872" y="166501"/>
                  <a:pt x="244944" y="148575"/>
                  <a:pt x="222873" y="148575"/>
                </a:cubicBezTo>
                <a:lnTo>
                  <a:pt x="142870" y="148575"/>
                </a:lnTo>
                <a:cubicBezTo>
                  <a:pt x="120799" y="148575"/>
                  <a:pt x="102871" y="166505"/>
                  <a:pt x="102871" y="188575"/>
                </a:cubicBezTo>
                <a:lnTo>
                  <a:pt x="102860" y="18857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399" y="4048570"/>
            <a:ext cx="365760" cy="292583"/>
          </a:xfrm>
          <a:custGeom>
            <a:avLst/>
            <a:gdLst/>
            <a:ahLst/>
            <a:cxnLst/>
            <a:rect l="l" t="t" r="r" b="b"/>
            <a:pathLst>
              <a:path w="365760" h="292583">
                <a:moveTo>
                  <a:pt x="228084" y="617"/>
                </a:moveTo>
                <a:cubicBezTo>
                  <a:pt x="220828" y="-1612"/>
                  <a:pt x="213169" y="2390"/>
                  <a:pt x="210941" y="9646"/>
                </a:cubicBezTo>
                <a:lnTo>
                  <a:pt x="128645" y="274823"/>
                </a:lnTo>
                <a:cubicBezTo>
                  <a:pt x="126418" y="282082"/>
                  <a:pt x="130415" y="289739"/>
                  <a:pt x="137676" y="291969"/>
                </a:cubicBezTo>
                <a:cubicBezTo>
                  <a:pt x="144932" y="294198"/>
                  <a:pt x="152591" y="290196"/>
                  <a:pt x="154823" y="282940"/>
                </a:cubicBezTo>
                <a:lnTo>
                  <a:pt x="237119" y="17763"/>
                </a:lnTo>
                <a:cubicBezTo>
                  <a:pt x="239346" y="10504"/>
                  <a:pt x="235348" y="2847"/>
                  <a:pt x="228088" y="617"/>
                </a:cubicBezTo>
                <a:lnTo>
                  <a:pt x="228084" y="617"/>
                </a:lnTo>
                <a:moveTo>
                  <a:pt x="268892" y="68339"/>
                </a:moveTo>
                <a:cubicBezTo>
                  <a:pt x="263691" y="73883"/>
                  <a:pt x="263976" y="82570"/>
                  <a:pt x="269521" y="87714"/>
                </a:cubicBezTo>
                <a:lnTo>
                  <a:pt x="331986" y="146292"/>
                </a:lnTo>
                <a:lnTo>
                  <a:pt x="269521" y="204870"/>
                </a:lnTo>
                <a:cubicBezTo>
                  <a:pt x="263976" y="210069"/>
                  <a:pt x="263691" y="218756"/>
                  <a:pt x="268892" y="224245"/>
                </a:cubicBezTo>
                <a:cubicBezTo>
                  <a:pt x="274093" y="229731"/>
                  <a:pt x="282780" y="230073"/>
                  <a:pt x="288266" y="224874"/>
                </a:cubicBezTo>
                <a:lnTo>
                  <a:pt x="361418" y="156295"/>
                </a:lnTo>
                <a:cubicBezTo>
                  <a:pt x="364162" y="153723"/>
                  <a:pt x="365760" y="150066"/>
                  <a:pt x="365760" y="146295"/>
                </a:cubicBezTo>
                <a:cubicBezTo>
                  <a:pt x="365760" y="142523"/>
                  <a:pt x="364216" y="138866"/>
                  <a:pt x="361418" y="136294"/>
                </a:cubicBezTo>
                <a:lnTo>
                  <a:pt x="288266" y="67716"/>
                </a:lnTo>
                <a:cubicBezTo>
                  <a:pt x="282722" y="62516"/>
                  <a:pt x="274035" y="62800"/>
                  <a:pt x="268892" y="68345"/>
                </a:cubicBezTo>
                <a:lnTo>
                  <a:pt x="268892" y="68339"/>
                </a:lnTo>
                <a:moveTo>
                  <a:pt x="96868" y="68339"/>
                </a:moveTo>
                <a:cubicBezTo>
                  <a:pt x="91667" y="62794"/>
                  <a:pt x="82980" y="62510"/>
                  <a:pt x="77494" y="67710"/>
                </a:cubicBezTo>
                <a:lnTo>
                  <a:pt x="4342" y="136288"/>
                </a:lnTo>
                <a:cubicBezTo>
                  <a:pt x="1540" y="138860"/>
                  <a:pt x="0" y="142517"/>
                  <a:pt x="0" y="146289"/>
                </a:cubicBezTo>
                <a:cubicBezTo>
                  <a:pt x="0" y="150060"/>
                  <a:pt x="1544" y="153717"/>
                  <a:pt x="4345" y="156289"/>
                </a:cubicBezTo>
                <a:lnTo>
                  <a:pt x="77497" y="224868"/>
                </a:lnTo>
                <a:cubicBezTo>
                  <a:pt x="83042" y="230067"/>
                  <a:pt x="91729" y="229783"/>
                  <a:pt x="96872" y="224239"/>
                </a:cubicBezTo>
                <a:cubicBezTo>
                  <a:pt x="102014" y="218694"/>
                  <a:pt x="101787" y="210008"/>
                  <a:pt x="96242" y="204864"/>
                </a:cubicBezTo>
                <a:lnTo>
                  <a:pt x="33778" y="146286"/>
                </a:lnTo>
                <a:lnTo>
                  <a:pt x="96242" y="87708"/>
                </a:lnTo>
                <a:cubicBezTo>
                  <a:pt x="101787" y="82509"/>
                  <a:pt x="102073" y="73822"/>
                  <a:pt x="96872" y="68333"/>
                </a:cubicBezTo>
                <a:lnTo>
                  <a:pt x="96868" y="6833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79" y="4011982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00026" y="45720"/>
                </a:moveTo>
                <a:lnTo>
                  <a:pt x="228602" y="45720"/>
                </a:lnTo>
                <a:cubicBezTo>
                  <a:pt x="253820" y="45720"/>
                  <a:pt x="274323" y="66221"/>
                  <a:pt x="274323" y="91440"/>
                </a:cubicBezTo>
                <a:lnTo>
                  <a:pt x="274323" y="320040"/>
                </a:lnTo>
                <a:cubicBezTo>
                  <a:pt x="274323" y="345259"/>
                  <a:pt x="253820" y="365760"/>
                  <a:pt x="228602" y="365760"/>
                </a:cubicBezTo>
                <a:lnTo>
                  <a:pt x="45721" y="365760"/>
                </a:lnTo>
                <a:cubicBezTo>
                  <a:pt x="20503" y="365760"/>
                  <a:pt x="0" y="345259"/>
                  <a:pt x="0" y="320040"/>
                </a:cubicBezTo>
                <a:lnTo>
                  <a:pt x="0" y="91440"/>
                </a:lnTo>
                <a:cubicBezTo>
                  <a:pt x="0" y="66221"/>
                  <a:pt x="20503" y="45720"/>
                  <a:pt x="45721" y="45720"/>
                </a:cubicBezTo>
                <a:lnTo>
                  <a:pt x="74297" y="45720"/>
                </a:lnTo>
                <a:lnTo>
                  <a:pt x="81155" y="45720"/>
                </a:lnTo>
                <a:cubicBezTo>
                  <a:pt x="86441" y="19645"/>
                  <a:pt x="109517" y="0"/>
                  <a:pt x="137163" y="0"/>
                </a:cubicBezTo>
                <a:cubicBezTo>
                  <a:pt x="164809" y="0"/>
                  <a:pt x="187885" y="19645"/>
                  <a:pt x="193171" y="45720"/>
                </a:cubicBezTo>
                <a:lnTo>
                  <a:pt x="200026" y="45720"/>
                </a:lnTo>
                <a:moveTo>
                  <a:pt x="45721" y="80010"/>
                </a:moveTo>
                <a:cubicBezTo>
                  <a:pt x="39434" y="80010"/>
                  <a:pt x="34290" y="85153"/>
                  <a:pt x="34290" y="91440"/>
                </a:cubicBezTo>
                <a:lnTo>
                  <a:pt x="34290" y="320040"/>
                </a:lnTo>
                <a:cubicBezTo>
                  <a:pt x="34290" y="326327"/>
                  <a:pt x="39434" y="331470"/>
                  <a:pt x="45721" y="331470"/>
                </a:cubicBezTo>
                <a:lnTo>
                  <a:pt x="228602" y="331470"/>
                </a:lnTo>
                <a:cubicBezTo>
                  <a:pt x="234889" y="331470"/>
                  <a:pt x="240033" y="326327"/>
                  <a:pt x="240033" y="320040"/>
                </a:cubicBezTo>
                <a:lnTo>
                  <a:pt x="240033" y="91440"/>
                </a:lnTo>
                <a:cubicBezTo>
                  <a:pt x="240033" y="85153"/>
                  <a:pt x="234889" y="80010"/>
                  <a:pt x="228602" y="80010"/>
                </a:cubicBezTo>
                <a:lnTo>
                  <a:pt x="217171" y="80010"/>
                </a:lnTo>
                <a:lnTo>
                  <a:pt x="217171" y="97157"/>
                </a:lnTo>
                <a:cubicBezTo>
                  <a:pt x="217171" y="106659"/>
                  <a:pt x="209528" y="114304"/>
                  <a:pt x="200026" y="114304"/>
                </a:cubicBezTo>
                <a:lnTo>
                  <a:pt x="137160" y="114304"/>
                </a:lnTo>
                <a:lnTo>
                  <a:pt x="74294" y="114304"/>
                </a:lnTo>
                <a:cubicBezTo>
                  <a:pt x="64792" y="114304"/>
                  <a:pt x="57149" y="106659"/>
                  <a:pt x="57149" y="97160"/>
                </a:cubicBezTo>
                <a:lnTo>
                  <a:pt x="57149" y="80017"/>
                </a:lnTo>
                <a:lnTo>
                  <a:pt x="45721" y="80010"/>
                </a:lnTo>
                <a:moveTo>
                  <a:pt x="137160" y="74297"/>
                </a:moveTo>
                <a:cubicBezTo>
                  <a:pt x="146630" y="74297"/>
                  <a:pt x="154305" y="66619"/>
                  <a:pt x="154305" y="57154"/>
                </a:cubicBezTo>
                <a:cubicBezTo>
                  <a:pt x="154305" y="47684"/>
                  <a:pt x="146630" y="40010"/>
                  <a:pt x="137160" y="40010"/>
                </a:cubicBezTo>
                <a:cubicBezTo>
                  <a:pt x="127690" y="40010"/>
                  <a:pt x="120015" y="47688"/>
                  <a:pt x="120015" y="57157"/>
                </a:cubicBezTo>
                <a:cubicBezTo>
                  <a:pt x="120015" y="66627"/>
                  <a:pt x="127690" y="74304"/>
                  <a:pt x="137160" y="74304"/>
                </a:cubicBezTo>
                <a:lnTo>
                  <a:pt x="137160" y="742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6074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28759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43388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7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8534399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16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Las pruebas de regresión verifican que las modificaciones recientes no introduzcan fallos en funcionalidades existentes, asegurando estabilidad tras cambios y actualizaciones.</a:t>
            </a:r>
            <a:endParaRPr lang="en-US" sz="1516"/>
          </a:p>
        </p:txBody>
      </p:sp>
      <p:sp>
        <p:nvSpPr>
          <p:cNvPr id="10" name="Text 8"/>
          <p:cNvSpPr/>
          <p:nvPr/>
        </p:nvSpPr>
        <p:spPr>
          <a:xfrm>
            <a:off x="8534399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79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Pruebas de regresión</a:t>
            </a:r>
            <a:endParaRPr lang="en-US" sz="1797"/>
          </a:p>
        </p:txBody>
      </p:sp>
      <p:sp>
        <p:nvSpPr>
          <p:cNvPr id="11" name="Text 9"/>
          <p:cNvSpPr/>
          <p:nvPr/>
        </p:nvSpPr>
        <p:spPr>
          <a:xfrm>
            <a:off x="9494573" y="1904596"/>
            <a:ext cx="1097173" cy="1097280"/>
          </a:xfrm>
          <a:custGeom>
            <a:avLst/>
            <a:gdLst/>
            <a:ahLst/>
            <a:cxnLst/>
            <a:rect l="l" t="t" r="r" b="b"/>
            <a:pathLst>
              <a:path w="1097173" h="1097280">
                <a:moveTo>
                  <a:pt x="548586" y="0"/>
                </a:moveTo>
                <a:cubicBezTo>
                  <a:pt x="662166" y="0"/>
                  <a:pt x="754306" y="92150"/>
                  <a:pt x="754306" y="205718"/>
                </a:cubicBezTo>
                <a:lnTo>
                  <a:pt x="754306" y="213432"/>
                </a:lnTo>
                <a:cubicBezTo>
                  <a:pt x="754306" y="247075"/>
                  <a:pt x="727096" y="274287"/>
                  <a:pt x="693446" y="274287"/>
                </a:cubicBezTo>
                <a:lnTo>
                  <a:pt x="403935" y="274287"/>
                </a:lnTo>
                <a:cubicBezTo>
                  <a:pt x="370296" y="274287"/>
                  <a:pt x="343075" y="247075"/>
                  <a:pt x="343075" y="213432"/>
                </a:cubicBezTo>
                <a:lnTo>
                  <a:pt x="343075" y="205718"/>
                </a:lnTo>
                <a:cubicBezTo>
                  <a:pt x="343075" y="92139"/>
                  <a:pt x="435216" y="0"/>
                  <a:pt x="548795" y="0"/>
                </a:cubicBezTo>
                <a:lnTo>
                  <a:pt x="548586" y="0"/>
                </a:lnTo>
                <a:moveTo>
                  <a:pt x="83572" y="220718"/>
                </a:moveTo>
                <a:cubicBezTo>
                  <a:pt x="103716" y="200572"/>
                  <a:pt x="136291" y="200572"/>
                  <a:pt x="156216" y="220718"/>
                </a:cubicBezTo>
                <a:lnTo>
                  <a:pt x="311367" y="375862"/>
                </a:lnTo>
                <a:cubicBezTo>
                  <a:pt x="345653" y="355080"/>
                  <a:pt x="385722" y="342856"/>
                  <a:pt x="428589" y="342856"/>
                </a:cubicBezTo>
                <a:lnTo>
                  <a:pt x="668595" y="342856"/>
                </a:lnTo>
                <a:cubicBezTo>
                  <a:pt x="711451" y="342856"/>
                  <a:pt x="751531" y="355069"/>
                  <a:pt x="785598" y="376071"/>
                </a:cubicBezTo>
                <a:lnTo>
                  <a:pt x="940749" y="220707"/>
                </a:lnTo>
                <a:cubicBezTo>
                  <a:pt x="960893" y="200561"/>
                  <a:pt x="993468" y="200561"/>
                  <a:pt x="1013393" y="220707"/>
                </a:cubicBezTo>
                <a:cubicBezTo>
                  <a:pt x="1033318" y="240853"/>
                  <a:pt x="1033537" y="273420"/>
                  <a:pt x="1013393" y="293347"/>
                </a:cubicBezTo>
                <a:lnTo>
                  <a:pt x="858242" y="448491"/>
                </a:lnTo>
                <a:cubicBezTo>
                  <a:pt x="879242" y="482781"/>
                  <a:pt x="891453" y="522854"/>
                  <a:pt x="891453" y="565714"/>
                </a:cubicBezTo>
                <a:lnTo>
                  <a:pt x="1045748" y="565714"/>
                </a:lnTo>
                <a:cubicBezTo>
                  <a:pt x="1074253" y="565714"/>
                  <a:pt x="1097184" y="588647"/>
                  <a:pt x="1097184" y="617143"/>
                </a:cubicBezTo>
                <a:cubicBezTo>
                  <a:pt x="1097184" y="645639"/>
                  <a:pt x="1074253" y="668573"/>
                  <a:pt x="1045759" y="668573"/>
                </a:cubicBezTo>
                <a:lnTo>
                  <a:pt x="891475" y="668573"/>
                </a:lnTo>
                <a:lnTo>
                  <a:pt x="891475" y="685712"/>
                </a:lnTo>
                <a:cubicBezTo>
                  <a:pt x="891475" y="744000"/>
                  <a:pt x="876904" y="798853"/>
                  <a:pt x="851187" y="847078"/>
                </a:cubicBezTo>
                <a:lnTo>
                  <a:pt x="1013623" y="1009300"/>
                </a:lnTo>
                <a:cubicBezTo>
                  <a:pt x="1033767" y="1029446"/>
                  <a:pt x="1033767" y="1062013"/>
                  <a:pt x="1013623" y="1081940"/>
                </a:cubicBezTo>
                <a:cubicBezTo>
                  <a:pt x="993479" y="1101866"/>
                  <a:pt x="960904" y="1102086"/>
                  <a:pt x="940979" y="1081940"/>
                </a:cubicBezTo>
                <a:lnTo>
                  <a:pt x="789043" y="930011"/>
                </a:lnTo>
                <a:cubicBezTo>
                  <a:pt x="727107" y="991085"/>
                  <a:pt x="642252" y="1028579"/>
                  <a:pt x="548608" y="1028579"/>
                </a:cubicBezTo>
                <a:cubicBezTo>
                  <a:pt x="454965" y="1028579"/>
                  <a:pt x="370098" y="991074"/>
                  <a:pt x="308174" y="930219"/>
                </a:cubicBezTo>
                <a:lnTo>
                  <a:pt x="156457" y="1082148"/>
                </a:lnTo>
                <a:cubicBezTo>
                  <a:pt x="136313" y="1102294"/>
                  <a:pt x="103738" y="1102294"/>
                  <a:pt x="83813" y="1082148"/>
                </a:cubicBezTo>
                <a:cubicBezTo>
                  <a:pt x="63888" y="1062002"/>
                  <a:pt x="63669" y="1029435"/>
                  <a:pt x="83813" y="1009508"/>
                </a:cubicBezTo>
                <a:lnTo>
                  <a:pt x="246249" y="847078"/>
                </a:lnTo>
                <a:cubicBezTo>
                  <a:pt x="220323" y="798864"/>
                  <a:pt x="205753" y="744000"/>
                  <a:pt x="205753" y="685712"/>
                </a:cubicBezTo>
                <a:lnTo>
                  <a:pt x="205753" y="668573"/>
                </a:lnTo>
                <a:lnTo>
                  <a:pt x="51468" y="668573"/>
                </a:lnTo>
                <a:cubicBezTo>
                  <a:pt x="22964" y="668573"/>
                  <a:pt x="44" y="645639"/>
                  <a:pt x="44" y="617143"/>
                </a:cubicBezTo>
                <a:cubicBezTo>
                  <a:pt x="44" y="588647"/>
                  <a:pt x="22975" y="565714"/>
                  <a:pt x="51479" y="565714"/>
                </a:cubicBezTo>
                <a:lnTo>
                  <a:pt x="205775" y="565714"/>
                </a:lnTo>
                <a:cubicBezTo>
                  <a:pt x="205775" y="522854"/>
                  <a:pt x="217986" y="482781"/>
                  <a:pt x="238986" y="448711"/>
                </a:cubicBezTo>
                <a:lnTo>
                  <a:pt x="83626" y="293566"/>
                </a:lnTo>
                <a:cubicBezTo>
                  <a:pt x="63482" y="273420"/>
                  <a:pt x="63482" y="240853"/>
                  <a:pt x="83626" y="220926"/>
                </a:cubicBezTo>
                <a:lnTo>
                  <a:pt x="83572" y="220718"/>
                </a:lnTo>
                <a:moveTo>
                  <a:pt x="308580" y="565725"/>
                </a:moveTo>
                <a:lnTo>
                  <a:pt x="308580" y="685723"/>
                </a:lnTo>
                <a:cubicBezTo>
                  <a:pt x="308580" y="800586"/>
                  <a:pt x="389365" y="896587"/>
                  <a:pt x="497162" y="920157"/>
                </a:cubicBezTo>
                <a:lnTo>
                  <a:pt x="497162" y="600004"/>
                </a:lnTo>
                <a:cubicBezTo>
                  <a:pt x="497162" y="571507"/>
                  <a:pt x="520093" y="548574"/>
                  <a:pt x="548597" y="548574"/>
                </a:cubicBezTo>
                <a:cubicBezTo>
                  <a:pt x="577102" y="548574"/>
                  <a:pt x="600033" y="571507"/>
                  <a:pt x="600033" y="600004"/>
                </a:cubicBezTo>
                <a:lnTo>
                  <a:pt x="600033" y="920157"/>
                </a:lnTo>
                <a:cubicBezTo>
                  <a:pt x="707819" y="896587"/>
                  <a:pt x="788615" y="800586"/>
                  <a:pt x="788615" y="685723"/>
                </a:cubicBezTo>
                <a:lnTo>
                  <a:pt x="788615" y="565725"/>
                </a:lnTo>
                <a:cubicBezTo>
                  <a:pt x="788615" y="499504"/>
                  <a:pt x="734832" y="445726"/>
                  <a:pt x="668617" y="445726"/>
                </a:cubicBezTo>
                <a:lnTo>
                  <a:pt x="428611" y="445726"/>
                </a:lnTo>
                <a:cubicBezTo>
                  <a:pt x="362396" y="445726"/>
                  <a:pt x="308613" y="499515"/>
                  <a:pt x="308613" y="565725"/>
                </a:cubicBezTo>
                <a:lnTo>
                  <a:pt x="308580" y="56572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41714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16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Las pruebas estructurales (caja blanca) analizan la arquitectura del código, evaluando la cobertura y los caminos de ejecución para detectar errores lógicos.</a:t>
            </a:r>
            <a:endParaRPr lang="en-US" sz="1516"/>
          </a:p>
        </p:txBody>
      </p:sp>
      <p:sp>
        <p:nvSpPr>
          <p:cNvPr id="13" name="Text 11"/>
          <p:cNvSpPr/>
          <p:nvPr/>
        </p:nvSpPr>
        <p:spPr>
          <a:xfrm>
            <a:off x="4741714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79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Pruebas estructurales (caja blanca)</a:t>
            </a:r>
            <a:endParaRPr lang="en-US" sz="1797"/>
          </a:p>
        </p:txBody>
      </p:sp>
      <p:sp>
        <p:nvSpPr>
          <p:cNvPr id="14" name="Text 12"/>
          <p:cNvSpPr/>
          <p:nvPr/>
        </p:nvSpPr>
        <p:spPr>
          <a:xfrm>
            <a:off x="5701834" y="1904596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80" h="1097280">
                <a:moveTo>
                  <a:pt x="411480" y="102870"/>
                </a:moveTo>
                <a:cubicBezTo>
                  <a:pt x="458839" y="102870"/>
                  <a:pt x="497211" y="141231"/>
                  <a:pt x="497211" y="188601"/>
                </a:cubicBezTo>
                <a:lnTo>
                  <a:pt x="497211" y="274331"/>
                </a:lnTo>
                <a:lnTo>
                  <a:pt x="455843" y="274331"/>
                </a:lnTo>
                <a:cubicBezTo>
                  <a:pt x="442555" y="244112"/>
                  <a:pt x="412336" y="222902"/>
                  <a:pt x="377190" y="222902"/>
                </a:cubicBezTo>
                <a:cubicBezTo>
                  <a:pt x="329831" y="222902"/>
                  <a:pt x="291471" y="261262"/>
                  <a:pt x="291471" y="308632"/>
                </a:cubicBezTo>
                <a:cubicBezTo>
                  <a:pt x="291471" y="355991"/>
                  <a:pt x="329831" y="394363"/>
                  <a:pt x="377201" y="394363"/>
                </a:cubicBezTo>
                <a:cubicBezTo>
                  <a:pt x="412347" y="394363"/>
                  <a:pt x="442566" y="373141"/>
                  <a:pt x="455854" y="342933"/>
                </a:cubicBezTo>
                <a:lnTo>
                  <a:pt x="497222" y="342933"/>
                </a:lnTo>
                <a:lnTo>
                  <a:pt x="497222" y="548673"/>
                </a:lnTo>
                <a:lnTo>
                  <a:pt x="411502" y="548673"/>
                </a:lnTo>
                <a:cubicBezTo>
                  <a:pt x="354707" y="548673"/>
                  <a:pt x="308632" y="594748"/>
                  <a:pt x="308632" y="651543"/>
                </a:cubicBezTo>
                <a:lnTo>
                  <a:pt x="308632" y="675760"/>
                </a:lnTo>
                <a:cubicBezTo>
                  <a:pt x="278413" y="689048"/>
                  <a:pt x="257203" y="719267"/>
                  <a:pt x="257203" y="754413"/>
                </a:cubicBezTo>
                <a:cubicBezTo>
                  <a:pt x="257203" y="801772"/>
                  <a:pt x="295564" y="840144"/>
                  <a:pt x="342933" y="840144"/>
                </a:cubicBezTo>
                <a:cubicBezTo>
                  <a:pt x="390292" y="840144"/>
                  <a:pt x="428664" y="801783"/>
                  <a:pt x="428664" y="754424"/>
                </a:cubicBezTo>
                <a:cubicBezTo>
                  <a:pt x="428664" y="719278"/>
                  <a:pt x="407442" y="689059"/>
                  <a:pt x="377234" y="675771"/>
                </a:cubicBezTo>
                <a:lnTo>
                  <a:pt x="377234" y="651554"/>
                </a:lnTo>
                <a:cubicBezTo>
                  <a:pt x="377234" y="632692"/>
                  <a:pt x="392662" y="617264"/>
                  <a:pt x="411524" y="617264"/>
                </a:cubicBezTo>
                <a:lnTo>
                  <a:pt x="497255" y="617264"/>
                </a:lnTo>
                <a:lnTo>
                  <a:pt x="497255" y="900154"/>
                </a:lnTo>
                <a:cubicBezTo>
                  <a:pt x="497255" y="952231"/>
                  <a:pt x="455031" y="994454"/>
                  <a:pt x="402954" y="994454"/>
                </a:cubicBezTo>
                <a:cubicBezTo>
                  <a:pt x="364802" y="994454"/>
                  <a:pt x="331807" y="971741"/>
                  <a:pt x="317016" y="938943"/>
                </a:cubicBezTo>
                <a:cubicBezTo>
                  <a:pt x="308874" y="920936"/>
                  <a:pt x="291295" y="909152"/>
                  <a:pt x="271577" y="908724"/>
                </a:cubicBezTo>
                <a:cubicBezTo>
                  <a:pt x="216066" y="907220"/>
                  <a:pt x="171494" y="861793"/>
                  <a:pt x="171494" y="805854"/>
                </a:cubicBezTo>
                <a:cubicBezTo>
                  <a:pt x="171494" y="800279"/>
                  <a:pt x="171922" y="794705"/>
                  <a:pt x="172778" y="789570"/>
                </a:cubicBezTo>
                <a:cubicBezTo>
                  <a:pt x="175774" y="771355"/>
                  <a:pt x="168488" y="752921"/>
                  <a:pt x="154135" y="741345"/>
                </a:cubicBezTo>
                <a:cubicBezTo>
                  <a:pt x="122841" y="716052"/>
                  <a:pt x="102914" y="677691"/>
                  <a:pt x="102914" y="634404"/>
                </a:cubicBezTo>
                <a:cubicBezTo>
                  <a:pt x="102914" y="593036"/>
                  <a:pt x="121129" y="555970"/>
                  <a:pt x="150273" y="530886"/>
                </a:cubicBezTo>
                <a:cubicBezTo>
                  <a:pt x="167423" y="516095"/>
                  <a:pt x="172778" y="491669"/>
                  <a:pt x="163341" y="470876"/>
                </a:cubicBezTo>
                <a:cubicBezTo>
                  <a:pt x="157559" y="458016"/>
                  <a:pt x="154344" y="443872"/>
                  <a:pt x="154344" y="428653"/>
                </a:cubicBezTo>
                <a:cubicBezTo>
                  <a:pt x="154344" y="388361"/>
                  <a:pt x="177485" y="353434"/>
                  <a:pt x="211567" y="336503"/>
                </a:cubicBezTo>
                <a:cubicBezTo>
                  <a:pt x="228926" y="327933"/>
                  <a:pt x="240074" y="310146"/>
                  <a:pt x="240074" y="290856"/>
                </a:cubicBezTo>
                <a:cubicBezTo>
                  <a:pt x="240294" y="249489"/>
                  <a:pt x="265147" y="213706"/>
                  <a:pt x="300721" y="197631"/>
                </a:cubicBezTo>
                <a:cubicBezTo>
                  <a:pt x="314437" y="191421"/>
                  <a:pt x="324938" y="179416"/>
                  <a:pt x="329009" y="164845"/>
                </a:cubicBezTo>
                <a:cubicBezTo>
                  <a:pt x="339301" y="129051"/>
                  <a:pt x="372516" y="102903"/>
                  <a:pt x="411524" y="102903"/>
                </a:cubicBezTo>
                <a:lnTo>
                  <a:pt x="411480" y="102870"/>
                </a:lnTo>
                <a:moveTo>
                  <a:pt x="402910" y="1097280"/>
                </a:moveTo>
                <a:cubicBezTo>
                  <a:pt x="460561" y="1097280"/>
                  <a:pt x="512638" y="1072416"/>
                  <a:pt x="548640" y="1032990"/>
                </a:cubicBezTo>
                <a:cubicBezTo>
                  <a:pt x="584642" y="1072635"/>
                  <a:pt x="636719" y="1097280"/>
                  <a:pt x="694370" y="1097280"/>
                </a:cubicBezTo>
                <a:cubicBezTo>
                  <a:pt x="763378" y="1097280"/>
                  <a:pt x="824024" y="1061915"/>
                  <a:pt x="859181" y="1008345"/>
                </a:cubicBezTo>
                <a:cubicBezTo>
                  <a:pt x="955621" y="991206"/>
                  <a:pt x="1028700" y="906979"/>
                  <a:pt x="1028700" y="805821"/>
                </a:cubicBezTo>
                <a:cubicBezTo>
                  <a:pt x="1028700" y="804745"/>
                  <a:pt x="1028700" y="803461"/>
                  <a:pt x="1028700" y="802386"/>
                </a:cubicBezTo>
                <a:cubicBezTo>
                  <a:pt x="1071132" y="759098"/>
                  <a:pt x="1097280" y="699735"/>
                  <a:pt x="1097280" y="634371"/>
                </a:cubicBezTo>
                <a:cubicBezTo>
                  <a:pt x="1097280" y="574788"/>
                  <a:pt x="1075631" y="520352"/>
                  <a:pt x="1039848" y="478568"/>
                </a:cubicBezTo>
                <a:cubicBezTo>
                  <a:pt x="1043711" y="462493"/>
                  <a:pt x="1045850" y="445781"/>
                  <a:pt x="1045850" y="428631"/>
                </a:cubicBezTo>
                <a:cubicBezTo>
                  <a:pt x="1045850" y="358767"/>
                  <a:pt x="1010913" y="296825"/>
                  <a:pt x="957772" y="259748"/>
                </a:cubicBezTo>
                <a:cubicBezTo>
                  <a:pt x="948127" y="197807"/>
                  <a:pt x="911050" y="145093"/>
                  <a:pt x="859401" y="114446"/>
                </a:cubicBezTo>
                <a:cubicBezTo>
                  <a:pt x="830465" y="47150"/>
                  <a:pt x="763608" y="0"/>
                  <a:pt x="685811" y="0"/>
                </a:cubicBezTo>
                <a:cubicBezTo>
                  <a:pt x="631803" y="0"/>
                  <a:pt x="582941" y="22714"/>
                  <a:pt x="548651" y="59154"/>
                </a:cubicBezTo>
                <a:cubicBezTo>
                  <a:pt x="514361" y="22725"/>
                  <a:pt x="465499" y="0"/>
                  <a:pt x="411491" y="0"/>
                </a:cubicBezTo>
                <a:cubicBezTo>
                  <a:pt x="333694" y="0"/>
                  <a:pt x="266826" y="47150"/>
                  <a:pt x="238110" y="114446"/>
                </a:cubicBezTo>
                <a:cubicBezTo>
                  <a:pt x="186241" y="145093"/>
                  <a:pt x="149175" y="197818"/>
                  <a:pt x="139530" y="259748"/>
                </a:cubicBezTo>
                <a:cubicBezTo>
                  <a:pt x="86378" y="296825"/>
                  <a:pt x="51451" y="358756"/>
                  <a:pt x="51451" y="428631"/>
                </a:cubicBezTo>
                <a:cubicBezTo>
                  <a:pt x="51451" y="445781"/>
                  <a:pt x="53591" y="462493"/>
                  <a:pt x="57454" y="478568"/>
                </a:cubicBezTo>
                <a:cubicBezTo>
                  <a:pt x="21660" y="520363"/>
                  <a:pt x="22" y="574799"/>
                  <a:pt x="22" y="634371"/>
                </a:cubicBezTo>
                <a:cubicBezTo>
                  <a:pt x="22" y="699735"/>
                  <a:pt x="26170" y="759098"/>
                  <a:pt x="68602" y="802386"/>
                </a:cubicBezTo>
                <a:cubicBezTo>
                  <a:pt x="68602" y="803461"/>
                  <a:pt x="68602" y="804745"/>
                  <a:pt x="68602" y="805821"/>
                </a:cubicBezTo>
                <a:cubicBezTo>
                  <a:pt x="68602" y="907187"/>
                  <a:pt x="141681" y="991206"/>
                  <a:pt x="238121" y="1008345"/>
                </a:cubicBezTo>
                <a:cubicBezTo>
                  <a:pt x="273267" y="1061926"/>
                  <a:pt x="333913" y="1097280"/>
                  <a:pt x="402932" y="1097280"/>
                </a:cubicBezTo>
                <a:lnTo>
                  <a:pt x="402910" y="1097280"/>
                </a:lnTo>
                <a:moveTo>
                  <a:pt x="694370" y="994410"/>
                </a:moveTo>
                <a:cubicBezTo>
                  <a:pt x="642293" y="994410"/>
                  <a:pt x="600069" y="952187"/>
                  <a:pt x="600069" y="900110"/>
                </a:cubicBezTo>
                <a:lnTo>
                  <a:pt x="600069" y="754380"/>
                </a:lnTo>
                <a:lnTo>
                  <a:pt x="710017" y="754380"/>
                </a:lnTo>
                <a:cubicBezTo>
                  <a:pt x="723305" y="784599"/>
                  <a:pt x="753524" y="805821"/>
                  <a:pt x="788670" y="805821"/>
                </a:cubicBezTo>
                <a:cubicBezTo>
                  <a:pt x="836029" y="805821"/>
                  <a:pt x="874401" y="767460"/>
                  <a:pt x="874401" y="720101"/>
                </a:cubicBezTo>
                <a:cubicBezTo>
                  <a:pt x="874401" y="672742"/>
                  <a:pt x="836040" y="634382"/>
                  <a:pt x="788681" y="634382"/>
                </a:cubicBezTo>
                <a:cubicBezTo>
                  <a:pt x="753535" y="634382"/>
                  <a:pt x="723316" y="655603"/>
                  <a:pt x="710028" y="685822"/>
                </a:cubicBezTo>
                <a:lnTo>
                  <a:pt x="600081" y="685822"/>
                </a:lnTo>
                <a:lnTo>
                  <a:pt x="600081" y="342922"/>
                </a:lnTo>
                <a:lnTo>
                  <a:pt x="685811" y="342922"/>
                </a:lnTo>
                <a:cubicBezTo>
                  <a:pt x="704673" y="342922"/>
                  <a:pt x="720101" y="358350"/>
                  <a:pt x="720101" y="377212"/>
                </a:cubicBezTo>
                <a:lnTo>
                  <a:pt x="720101" y="401429"/>
                </a:lnTo>
                <a:cubicBezTo>
                  <a:pt x="689882" y="414717"/>
                  <a:pt x="668672" y="444936"/>
                  <a:pt x="668672" y="480082"/>
                </a:cubicBezTo>
                <a:cubicBezTo>
                  <a:pt x="668672" y="527441"/>
                  <a:pt x="707032" y="565813"/>
                  <a:pt x="754402" y="565813"/>
                </a:cubicBezTo>
                <a:cubicBezTo>
                  <a:pt x="801761" y="565813"/>
                  <a:pt x="840133" y="527452"/>
                  <a:pt x="840133" y="480093"/>
                </a:cubicBezTo>
                <a:cubicBezTo>
                  <a:pt x="840133" y="444947"/>
                  <a:pt x="818911" y="414728"/>
                  <a:pt x="788703" y="401440"/>
                </a:cubicBezTo>
                <a:lnTo>
                  <a:pt x="788703" y="377223"/>
                </a:lnTo>
                <a:cubicBezTo>
                  <a:pt x="788703" y="320428"/>
                  <a:pt x="742628" y="274353"/>
                  <a:pt x="685833" y="274353"/>
                </a:cubicBezTo>
                <a:lnTo>
                  <a:pt x="600114" y="274353"/>
                </a:lnTo>
                <a:lnTo>
                  <a:pt x="600114" y="188634"/>
                </a:lnTo>
                <a:cubicBezTo>
                  <a:pt x="600114" y="141275"/>
                  <a:pt x="638475" y="102914"/>
                  <a:pt x="685844" y="102914"/>
                </a:cubicBezTo>
                <a:cubicBezTo>
                  <a:pt x="724852" y="102914"/>
                  <a:pt x="758067" y="129062"/>
                  <a:pt x="768360" y="164856"/>
                </a:cubicBezTo>
                <a:cubicBezTo>
                  <a:pt x="772431" y="179428"/>
                  <a:pt x="782932" y="191432"/>
                  <a:pt x="796648" y="197642"/>
                </a:cubicBezTo>
                <a:cubicBezTo>
                  <a:pt x="832221" y="213718"/>
                  <a:pt x="857086" y="249291"/>
                  <a:pt x="857294" y="290867"/>
                </a:cubicBezTo>
                <a:cubicBezTo>
                  <a:pt x="857514" y="310366"/>
                  <a:pt x="868443" y="327944"/>
                  <a:pt x="885802" y="336514"/>
                </a:cubicBezTo>
                <a:cubicBezTo>
                  <a:pt x="919872" y="353445"/>
                  <a:pt x="943025" y="388383"/>
                  <a:pt x="943025" y="428664"/>
                </a:cubicBezTo>
                <a:cubicBezTo>
                  <a:pt x="943025" y="443883"/>
                  <a:pt x="939810" y="458027"/>
                  <a:pt x="934027" y="470887"/>
                </a:cubicBezTo>
                <a:cubicBezTo>
                  <a:pt x="924601" y="491681"/>
                  <a:pt x="929956" y="515898"/>
                  <a:pt x="947096" y="530897"/>
                </a:cubicBezTo>
                <a:cubicBezTo>
                  <a:pt x="976031" y="556190"/>
                  <a:pt x="994454" y="593047"/>
                  <a:pt x="994454" y="634415"/>
                </a:cubicBezTo>
                <a:cubicBezTo>
                  <a:pt x="994454" y="677703"/>
                  <a:pt x="974528" y="716063"/>
                  <a:pt x="943233" y="741356"/>
                </a:cubicBezTo>
                <a:cubicBezTo>
                  <a:pt x="928870" y="752932"/>
                  <a:pt x="921803" y="771355"/>
                  <a:pt x="924590" y="789581"/>
                </a:cubicBezTo>
                <a:cubicBezTo>
                  <a:pt x="925446" y="794936"/>
                  <a:pt x="925874" y="800302"/>
                  <a:pt x="925874" y="805865"/>
                </a:cubicBezTo>
                <a:cubicBezTo>
                  <a:pt x="925874" y="861804"/>
                  <a:pt x="881292" y="907232"/>
                  <a:pt x="825791" y="908735"/>
                </a:cubicBezTo>
                <a:cubicBezTo>
                  <a:pt x="806073" y="909382"/>
                  <a:pt x="788506" y="920948"/>
                  <a:pt x="780353" y="938954"/>
                </a:cubicBezTo>
                <a:cubicBezTo>
                  <a:pt x="765561" y="971741"/>
                  <a:pt x="732566" y="994465"/>
                  <a:pt x="694414" y="994465"/>
                </a:cubicBezTo>
                <a:lnTo>
                  <a:pt x="694370" y="994410"/>
                </a:lnTo>
                <a:moveTo>
                  <a:pt x="377190" y="274320"/>
                </a:moveTo>
                <a:cubicBezTo>
                  <a:pt x="396129" y="274320"/>
                  <a:pt x="411480" y="289671"/>
                  <a:pt x="411480" y="308610"/>
                </a:cubicBezTo>
                <a:cubicBezTo>
                  <a:pt x="411480" y="327549"/>
                  <a:pt x="396129" y="342900"/>
                  <a:pt x="377190" y="342900"/>
                </a:cubicBezTo>
                <a:cubicBezTo>
                  <a:pt x="358251" y="342900"/>
                  <a:pt x="342900" y="327549"/>
                  <a:pt x="342900" y="308610"/>
                </a:cubicBezTo>
                <a:cubicBezTo>
                  <a:pt x="342900" y="289671"/>
                  <a:pt x="358251" y="274320"/>
                  <a:pt x="377190" y="274320"/>
                </a:cubicBezTo>
                <a:lnTo>
                  <a:pt x="377190" y="274320"/>
                </a:lnTo>
                <a:moveTo>
                  <a:pt x="342900" y="720090"/>
                </a:moveTo>
                <a:cubicBezTo>
                  <a:pt x="361839" y="720090"/>
                  <a:pt x="377190" y="735441"/>
                  <a:pt x="377190" y="754380"/>
                </a:cubicBezTo>
                <a:cubicBezTo>
                  <a:pt x="377190" y="773319"/>
                  <a:pt x="361839" y="788670"/>
                  <a:pt x="342900" y="788670"/>
                </a:cubicBezTo>
                <a:cubicBezTo>
                  <a:pt x="323961" y="788670"/>
                  <a:pt x="308610" y="773319"/>
                  <a:pt x="308610" y="754380"/>
                </a:cubicBezTo>
                <a:cubicBezTo>
                  <a:pt x="308610" y="735441"/>
                  <a:pt x="323961" y="720090"/>
                  <a:pt x="342900" y="720090"/>
                </a:cubicBezTo>
                <a:moveTo>
                  <a:pt x="720090" y="480060"/>
                </a:moveTo>
                <a:cubicBezTo>
                  <a:pt x="720090" y="461121"/>
                  <a:pt x="735441" y="445770"/>
                  <a:pt x="754380" y="445770"/>
                </a:cubicBezTo>
                <a:cubicBezTo>
                  <a:pt x="773319" y="445770"/>
                  <a:pt x="788670" y="461121"/>
                  <a:pt x="788670" y="480060"/>
                </a:cubicBezTo>
                <a:cubicBezTo>
                  <a:pt x="788670" y="498999"/>
                  <a:pt x="773319" y="514350"/>
                  <a:pt x="754380" y="514350"/>
                </a:cubicBezTo>
                <a:cubicBezTo>
                  <a:pt x="735441" y="514350"/>
                  <a:pt x="720090" y="498999"/>
                  <a:pt x="720090" y="480060"/>
                </a:cubicBezTo>
                <a:moveTo>
                  <a:pt x="788670" y="685800"/>
                </a:moveTo>
                <a:cubicBezTo>
                  <a:pt x="807609" y="685800"/>
                  <a:pt x="822960" y="701151"/>
                  <a:pt x="822960" y="720090"/>
                </a:cubicBezTo>
                <a:cubicBezTo>
                  <a:pt x="822960" y="739029"/>
                  <a:pt x="807609" y="754380"/>
                  <a:pt x="788670" y="754380"/>
                </a:cubicBezTo>
                <a:cubicBezTo>
                  <a:pt x="769731" y="754380"/>
                  <a:pt x="754380" y="739029"/>
                  <a:pt x="754380" y="720090"/>
                </a:cubicBezTo>
                <a:cubicBezTo>
                  <a:pt x="754380" y="701151"/>
                  <a:pt x="769731" y="685800"/>
                  <a:pt x="788670" y="6858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9028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16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Las pruebas funcionales (caja negra) se centran en validar que el software cumple los requisitos sin examinar el código interno.</a:t>
            </a:r>
            <a:endParaRPr lang="en-US" sz="1516"/>
          </a:p>
        </p:txBody>
      </p:sp>
      <p:sp>
        <p:nvSpPr>
          <p:cNvPr id="16" name="Text 14"/>
          <p:cNvSpPr/>
          <p:nvPr/>
        </p:nvSpPr>
        <p:spPr>
          <a:xfrm>
            <a:off x="949028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79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Pruebas funcionales (</a:t>
            </a:r>
            <a:r>
              <a:rPr lang="en-US" sz="1797" err="1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caja</a:t>
            </a:r>
            <a:r>
              <a:rPr lang="en-US" sz="179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 </a:t>
            </a:r>
            <a:r>
              <a:rPr lang="en-US" sz="1797" err="1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negra</a:t>
            </a:r>
            <a:r>
              <a:rPr lang="en-US" sz="179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)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797">
              <a:solidFill>
                <a:srgbClr val="000000"/>
              </a:solidFill>
              <a:latin typeface="Figtree SemiBold" pitchFamily="34" charset="0"/>
              <a:ea typeface="Figtree SemiBold" pitchFamily="34" charset="-122"/>
              <a:cs typeface="Figtree SemiBold" pitchFamily="34" charset="-120"/>
            </a:endParaRPr>
          </a:p>
          <a:p>
            <a:pPr marL="0" indent="0" algn="ctr">
              <a:lnSpc>
                <a:spcPct val="90000"/>
              </a:lnSpc>
              <a:buNone/>
            </a:pPr>
            <a:endParaRPr lang="en-US" sz="1797">
              <a:solidFill>
                <a:srgbClr val="000000"/>
              </a:solidFill>
              <a:latin typeface="Figtree SemiBold" pitchFamily="34" charset="0"/>
              <a:ea typeface="Figtree SemiBold" pitchFamily="34" charset="-122"/>
              <a:cs typeface="Figtree SemiBold" pitchFamily="34" charset="-120"/>
            </a:endParaRPr>
          </a:p>
          <a:p>
            <a:pPr marL="0" indent="0" algn="ctr">
              <a:lnSpc>
                <a:spcPct val="90000"/>
              </a:lnSpc>
              <a:buNone/>
            </a:pPr>
            <a:endParaRPr lang="en-US" sz="1797"/>
          </a:p>
        </p:txBody>
      </p:sp>
      <p:sp>
        <p:nvSpPr>
          <p:cNvPr id="17" name="Text 15"/>
          <p:cNvSpPr/>
          <p:nvPr/>
        </p:nvSpPr>
        <p:spPr>
          <a:xfrm>
            <a:off x="1909148" y="1904743"/>
            <a:ext cx="1097280" cy="1096985"/>
          </a:xfrm>
          <a:custGeom>
            <a:avLst/>
            <a:gdLst/>
            <a:ahLst/>
            <a:cxnLst/>
            <a:rect l="l" t="t" r="r" b="b"/>
            <a:pathLst>
              <a:path w="1097280" h="1096985">
                <a:moveTo>
                  <a:pt x="788593" y="445727"/>
                </a:moveTo>
                <a:cubicBezTo>
                  <a:pt x="788593" y="256365"/>
                  <a:pt x="635084" y="102864"/>
                  <a:pt x="445726" y="102864"/>
                </a:cubicBezTo>
                <a:cubicBezTo>
                  <a:pt x="256369" y="102864"/>
                  <a:pt x="102859" y="256366"/>
                  <a:pt x="102859" y="445727"/>
                </a:cubicBezTo>
                <a:cubicBezTo>
                  <a:pt x="102859" y="635089"/>
                  <a:pt x="256369" y="788590"/>
                  <a:pt x="445726" y="788590"/>
                </a:cubicBezTo>
                <a:cubicBezTo>
                  <a:pt x="635084" y="788590"/>
                  <a:pt x="788593" y="635089"/>
                  <a:pt x="788593" y="445727"/>
                </a:cubicBezTo>
                <a:moveTo>
                  <a:pt x="722372" y="795238"/>
                </a:moveTo>
                <a:cubicBezTo>
                  <a:pt x="646517" y="855451"/>
                  <a:pt x="550297" y="891454"/>
                  <a:pt x="445726" y="891454"/>
                </a:cubicBezTo>
                <a:cubicBezTo>
                  <a:pt x="199508" y="891454"/>
                  <a:pt x="0" y="691946"/>
                  <a:pt x="0" y="445727"/>
                </a:cubicBezTo>
                <a:cubicBezTo>
                  <a:pt x="0" y="199509"/>
                  <a:pt x="199508" y="0"/>
                  <a:pt x="445726" y="0"/>
                </a:cubicBezTo>
                <a:cubicBezTo>
                  <a:pt x="691945" y="0"/>
                  <a:pt x="891452" y="199509"/>
                  <a:pt x="891452" y="445727"/>
                </a:cubicBezTo>
                <a:cubicBezTo>
                  <a:pt x="891452" y="550303"/>
                  <a:pt x="855451" y="646519"/>
                  <a:pt x="795232" y="722376"/>
                </a:cubicBezTo>
                <a:lnTo>
                  <a:pt x="1082170" y="1009314"/>
                </a:lnTo>
                <a:cubicBezTo>
                  <a:pt x="1102317" y="1029455"/>
                  <a:pt x="1102317" y="1062036"/>
                  <a:pt x="1082170" y="1081957"/>
                </a:cubicBezTo>
                <a:cubicBezTo>
                  <a:pt x="1062024" y="1101889"/>
                  <a:pt x="1029457" y="1102097"/>
                  <a:pt x="1009531" y="1081957"/>
                </a:cubicBezTo>
                <a:lnTo>
                  <a:pt x="722372" y="79523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-76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-7640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49028" y="1164617"/>
            <a:ext cx="10572412" cy="10672"/>
          </a:xfrm>
          <a:custGeom>
            <a:avLst/>
            <a:gdLst/>
            <a:ahLst/>
            <a:cxnLst/>
            <a:rect l="l" t="t" r="r" b="b"/>
            <a:pathLst>
              <a:path w="10572412" h="10672">
                <a:moveTo>
                  <a:pt x="0" y="0"/>
                </a:moveTo>
                <a:lnTo>
                  <a:pt x="10572412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9995" y="1"/>
            <a:ext cx="10605525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Tipos de pruebas: funcionales, estructurales y de regresión</a:t>
            </a:r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1" y="1159247"/>
            <a:ext cx="7951470" cy="45719"/>
          </a:xfrm>
          <a:custGeom>
            <a:avLst/>
            <a:gdLst/>
            <a:ahLst/>
            <a:cxnLst/>
            <a:rect l="l" t="t" r="r" b="b"/>
            <a:pathLst>
              <a:path w="7951470" h="45719">
                <a:moveTo>
                  <a:pt x="0" y="0"/>
                </a:moveTo>
                <a:lnTo>
                  <a:pt x="795147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640080" y="1"/>
            <a:ext cx="8032593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Pruebas de código: cobertura, valores límite y clases de equivalencia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4"/>
            <a:srcRect/>
            <a:stretch>
              <a:fillRect l="-106128" r="-106128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1302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8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6112353" y="2808139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Clases de equivalencia agrupan datos de entrada similares para optimizar pruebas, usando un representante por grupo para reducir casos redundantes.</a:t>
            </a:r>
            <a:endParaRPr lang="en-US" sz="1740"/>
          </a:p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Estas técnicas combinadas garantizan una revisión profunda y eficiente del código.</a:t>
            </a:r>
            <a:endParaRPr lang="en-US" sz="1740"/>
          </a:p>
        </p:txBody>
      </p:sp>
      <p:sp>
        <p:nvSpPr>
          <p:cNvPr id="12" name="Text 10"/>
          <p:cNvSpPr/>
          <p:nvPr/>
        </p:nvSpPr>
        <p:spPr>
          <a:xfrm>
            <a:off x="6112353" y="20680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32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Clases de equivalencia</a:t>
            </a:r>
            <a:endParaRPr lang="en-US" sz="2320"/>
          </a:p>
        </p:txBody>
      </p:sp>
      <p:sp>
        <p:nvSpPr>
          <p:cNvPr id="13" name="Text 11"/>
          <p:cNvSpPr/>
          <p:nvPr/>
        </p:nvSpPr>
        <p:spPr>
          <a:xfrm>
            <a:off x="6126641" y="1441449"/>
            <a:ext cx="428625" cy="457200"/>
          </a:xfrm>
          <a:custGeom>
            <a:avLst/>
            <a:gdLst/>
            <a:ahLst/>
            <a:cxnLst/>
            <a:rect l="l" t="t" r="r" b="b"/>
            <a:pathLst>
              <a:path w="428625" h="457200">
                <a:moveTo>
                  <a:pt x="328614" y="71438"/>
                </a:moveTo>
                <a:cubicBezTo>
                  <a:pt x="328614" y="55655"/>
                  <a:pt x="341408" y="42863"/>
                  <a:pt x="357190" y="42863"/>
                </a:cubicBezTo>
                <a:cubicBezTo>
                  <a:pt x="372972" y="42863"/>
                  <a:pt x="385767" y="55655"/>
                  <a:pt x="385767" y="71438"/>
                </a:cubicBezTo>
                <a:cubicBezTo>
                  <a:pt x="385767" y="87220"/>
                  <a:pt x="372972" y="100013"/>
                  <a:pt x="357190" y="100013"/>
                </a:cubicBezTo>
                <a:cubicBezTo>
                  <a:pt x="341408" y="100013"/>
                  <a:pt x="328614" y="87220"/>
                  <a:pt x="328614" y="71438"/>
                </a:cubicBezTo>
                <a:moveTo>
                  <a:pt x="301915" y="116623"/>
                </a:moveTo>
                <a:cubicBezTo>
                  <a:pt x="307988" y="124034"/>
                  <a:pt x="315489" y="130197"/>
                  <a:pt x="323972" y="134659"/>
                </a:cubicBezTo>
                <a:lnTo>
                  <a:pt x="291109" y="314860"/>
                </a:lnTo>
                <a:cubicBezTo>
                  <a:pt x="280839" y="316108"/>
                  <a:pt x="271285" y="319592"/>
                  <a:pt x="262803" y="324772"/>
                </a:cubicBezTo>
                <a:lnTo>
                  <a:pt x="136894" y="214491"/>
                </a:lnTo>
                <a:cubicBezTo>
                  <a:pt x="140735" y="205649"/>
                  <a:pt x="142878" y="196006"/>
                  <a:pt x="142878" y="185738"/>
                </a:cubicBezTo>
                <a:cubicBezTo>
                  <a:pt x="142878" y="183950"/>
                  <a:pt x="142788" y="182075"/>
                  <a:pt x="142698" y="180292"/>
                </a:cubicBezTo>
                <a:lnTo>
                  <a:pt x="301915" y="116623"/>
                </a:lnTo>
                <a:moveTo>
                  <a:pt x="366119" y="142340"/>
                </a:moveTo>
                <a:cubicBezTo>
                  <a:pt x="401390" y="137965"/>
                  <a:pt x="428625" y="107872"/>
                  <a:pt x="428625" y="71438"/>
                </a:cubicBezTo>
                <a:cubicBezTo>
                  <a:pt x="428625" y="31967"/>
                  <a:pt x="396658" y="0"/>
                  <a:pt x="357186" y="0"/>
                </a:cubicBezTo>
                <a:cubicBezTo>
                  <a:pt x="317718" y="0"/>
                  <a:pt x="285747" y="31967"/>
                  <a:pt x="285747" y="71438"/>
                </a:cubicBezTo>
                <a:cubicBezTo>
                  <a:pt x="285747" y="73225"/>
                  <a:pt x="285837" y="75100"/>
                  <a:pt x="285927" y="76883"/>
                </a:cubicBezTo>
                <a:lnTo>
                  <a:pt x="126710" y="140552"/>
                </a:lnTo>
                <a:cubicBezTo>
                  <a:pt x="113671" y="124477"/>
                  <a:pt x="93757" y="114300"/>
                  <a:pt x="71435" y="114300"/>
                </a:cubicBezTo>
                <a:cubicBezTo>
                  <a:pt x="31967" y="114300"/>
                  <a:pt x="-4" y="146267"/>
                  <a:pt x="-4" y="185738"/>
                </a:cubicBezTo>
                <a:cubicBezTo>
                  <a:pt x="-4" y="225208"/>
                  <a:pt x="31963" y="257175"/>
                  <a:pt x="71435" y="257175"/>
                </a:cubicBezTo>
                <a:cubicBezTo>
                  <a:pt x="85099" y="257175"/>
                  <a:pt x="97778" y="253335"/>
                  <a:pt x="108584" y="246728"/>
                </a:cubicBezTo>
                <a:lnTo>
                  <a:pt x="234582" y="357009"/>
                </a:lnTo>
                <a:cubicBezTo>
                  <a:pt x="230742" y="365851"/>
                  <a:pt x="228599" y="375494"/>
                  <a:pt x="228599" y="385763"/>
                </a:cubicBezTo>
                <a:cubicBezTo>
                  <a:pt x="228599" y="425233"/>
                  <a:pt x="260565" y="457200"/>
                  <a:pt x="300038" y="457200"/>
                </a:cubicBezTo>
                <a:cubicBezTo>
                  <a:pt x="339505" y="457200"/>
                  <a:pt x="371476" y="425233"/>
                  <a:pt x="371476" y="385763"/>
                </a:cubicBezTo>
                <a:cubicBezTo>
                  <a:pt x="371476" y="358349"/>
                  <a:pt x="356029" y="334506"/>
                  <a:pt x="333346" y="322541"/>
                </a:cubicBezTo>
                <a:lnTo>
                  <a:pt x="366119" y="142340"/>
                </a:lnTo>
                <a:moveTo>
                  <a:pt x="271461" y="385763"/>
                </a:moveTo>
                <a:cubicBezTo>
                  <a:pt x="271461" y="369980"/>
                  <a:pt x="284256" y="357188"/>
                  <a:pt x="300038" y="357188"/>
                </a:cubicBezTo>
                <a:cubicBezTo>
                  <a:pt x="315819" y="357188"/>
                  <a:pt x="328614" y="369980"/>
                  <a:pt x="328614" y="385763"/>
                </a:cubicBezTo>
                <a:cubicBezTo>
                  <a:pt x="328614" y="401545"/>
                  <a:pt x="315819" y="414338"/>
                  <a:pt x="300037" y="414338"/>
                </a:cubicBezTo>
                <a:cubicBezTo>
                  <a:pt x="284256" y="414338"/>
                  <a:pt x="271461" y="401545"/>
                  <a:pt x="271461" y="385763"/>
                </a:cubicBezTo>
                <a:lnTo>
                  <a:pt x="271461" y="385763"/>
                </a:lnTo>
                <a:moveTo>
                  <a:pt x="71439" y="157163"/>
                </a:moveTo>
                <a:cubicBezTo>
                  <a:pt x="87221" y="157163"/>
                  <a:pt x="100015" y="169955"/>
                  <a:pt x="100015" y="185738"/>
                </a:cubicBezTo>
                <a:cubicBezTo>
                  <a:pt x="100015" y="201520"/>
                  <a:pt x="87221" y="214313"/>
                  <a:pt x="71439" y="214313"/>
                </a:cubicBezTo>
                <a:cubicBezTo>
                  <a:pt x="55657" y="214313"/>
                  <a:pt x="42863" y="201520"/>
                  <a:pt x="42863" y="185738"/>
                </a:cubicBezTo>
                <a:cubicBezTo>
                  <a:pt x="42863" y="169955"/>
                  <a:pt x="55657" y="157163"/>
                  <a:pt x="71439" y="157163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78704" y="2808139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Pruebas de valores límite evalúan el comportamiento en los extremos de entrada, puntos críticos frecuentes de errores.</a:t>
            </a:r>
            <a:endParaRPr lang="en-US" sz="1740"/>
          </a:p>
        </p:txBody>
      </p:sp>
      <p:sp>
        <p:nvSpPr>
          <p:cNvPr id="15" name="Text 13"/>
          <p:cNvSpPr/>
          <p:nvPr/>
        </p:nvSpPr>
        <p:spPr>
          <a:xfrm>
            <a:off x="3378704" y="20680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32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Pruebas de valores límite</a:t>
            </a:r>
            <a:endParaRPr lang="en-US" sz="2320"/>
          </a:p>
        </p:txBody>
      </p:sp>
      <p:sp>
        <p:nvSpPr>
          <p:cNvPr id="16" name="Text 14"/>
          <p:cNvSpPr/>
          <p:nvPr/>
        </p:nvSpPr>
        <p:spPr>
          <a:xfrm>
            <a:off x="3378704" y="1441510"/>
            <a:ext cx="457200" cy="457077"/>
          </a:xfrm>
          <a:custGeom>
            <a:avLst/>
            <a:gdLst/>
            <a:ahLst/>
            <a:cxnLst/>
            <a:rect l="l" t="t" r="r" b="b"/>
            <a:pathLst>
              <a:path w="457200" h="457077">
                <a:moveTo>
                  <a:pt x="330231" y="57322"/>
                </a:moveTo>
                <a:cubicBezTo>
                  <a:pt x="339430" y="48034"/>
                  <a:pt x="352017" y="42856"/>
                  <a:pt x="365051" y="42856"/>
                </a:cubicBezTo>
                <a:cubicBezTo>
                  <a:pt x="392282" y="42856"/>
                  <a:pt x="414337" y="64910"/>
                  <a:pt x="414337" y="92142"/>
                </a:cubicBezTo>
                <a:cubicBezTo>
                  <a:pt x="414337" y="105178"/>
                  <a:pt x="409157" y="117766"/>
                  <a:pt x="399872" y="126962"/>
                </a:cubicBezTo>
                <a:lnTo>
                  <a:pt x="200400" y="326522"/>
                </a:lnTo>
                <a:cubicBezTo>
                  <a:pt x="199060" y="327861"/>
                  <a:pt x="197273" y="328574"/>
                  <a:pt x="195311" y="328574"/>
                </a:cubicBezTo>
                <a:lnTo>
                  <a:pt x="128615" y="328574"/>
                </a:lnTo>
                <a:lnTo>
                  <a:pt x="128615" y="261878"/>
                </a:lnTo>
                <a:cubicBezTo>
                  <a:pt x="128615" y="260004"/>
                  <a:pt x="129328" y="258130"/>
                  <a:pt x="130668" y="256790"/>
                </a:cubicBezTo>
                <a:lnTo>
                  <a:pt x="155046" y="232415"/>
                </a:lnTo>
                <a:lnTo>
                  <a:pt x="182725" y="260095"/>
                </a:lnTo>
                <a:cubicBezTo>
                  <a:pt x="188261" y="265630"/>
                  <a:pt x="197369" y="265630"/>
                  <a:pt x="202905" y="260095"/>
                </a:cubicBezTo>
                <a:cubicBezTo>
                  <a:pt x="208442" y="254560"/>
                  <a:pt x="208442" y="245450"/>
                  <a:pt x="202905" y="239915"/>
                </a:cubicBezTo>
                <a:lnTo>
                  <a:pt x="175226" y="212235"/>
                </a:lnTo>
                <a:lnTo>
                  <a:pt x="212191" y="175271"/>
                </a:lnTo>
                <a:lnTo>
                  <a:pt x="239870" y="202951"/>
                </a:lnTo>
                <a:cubicBezTo>
                  <a:pt x="245407" y="208487"/>
                  <a:pt x="254514" y="208487"/>
                  <a:pt x="260051" y="202951"/>
                </a:cubicBezTo>
                <a:cubicBezTo>
                  <a:pt x="265587" y="197416"/>
                  <a:pt x="265587" y="188307"/>
                  <a:pt x="260051" y="182771"/>
                </a:cubicBezTo>
                <a:lnTo>
                  <a:pt x="232372" y="155091"/>
                </a:lnTo>
                <a:lnTo>
                  <a:pt x="269337" y="118127"/>
                </a:lnTo>
                <a:lnTo>
                  <a:pt x="297015" y="145808"/>
                </a:lnTo>
                <a:cubicBezTo>
                  <a:pt x="302552" y="151343"/>
                  <a:pt x="311660" y="151343"/>
                  <a:pt x="317196" y="145808"/>
                </a:cubicBezTo>
                <a:cubicBezTo>
                  <a:pt x="322733" y="140272"/>
                  <a:pt x="322733" y="131163"/>
                  <a:pt x="317196" y="125628"/>
                </a:cubicBezTo>
                <a:lnTo>
                  <a:pt x="289517" y="97947"/>
                </a:lnTo>
                <a:lnTo>
                  <a:pt x="330144" y="57322"/>
                </a:lnTo>
                <a:lnTo>
                  <a:pt x="330231" y="57322"/>
                </a:lnTo>
                <a:moveTo>
                  <a:pt x="85762" y="261882"/>
                </a:moveTo>
                <a:lnTo>
                  <a:pt x="85762" y="341172"/>
                </a:lnTo>
                <a:lnTo>
                  <a:pt x="6296" y="420548"/>
                </a:lnTo>
                <a:cubicBezTo>
                  <a:pt x="-2099" y="428940"/>
                  <a:pt x="-2099" y="442515"/>
                  <a:pt x="6296" y="450815"/>
                </a:cubicBezTo>
                <a:cubicBezTo>
                  <a:pt x="14690" y="459120"/>
                  <a:pt x="28260" y="459207"/>
                  <a:pt x="36562" y="450815"/>
                </a:cubicBezTo>
                <a:lnTo>
                  <a:pt x="116028" y="371348"/>
                </a:lnTo>
                <a:lnTo>
                  <a:pt x="195316" y="371348"/>
                </a:lnTo>
                <a:cubicBezTo>
                  <a:pt x="208620" y="371348"/>
                  <a:pt x="221299" y="366078"/>
                  <a:pt x="230676" y="356703"/>
                </a:cubicBezTo>
                <a:lnTo>
                  <a:pt x="430234" y="157321"/>
                </a:lnTo>
                <a:cubicBezTo>
                  <a:pt x="447558" y="139998"/>
                  <a:pt x="457200" y="116605"/>
                  <a:pt x="457200" y="92142"/>
                </a:cubicBezTo>
                <a:cubicBezTo>
                  <a:pt x="457200" y="41247"/>
                  <a:pt x="415947" y="-5"/>
                  <a:pt x="365056" y="-5"/>
                </a:cubicBezTo>
                <a:cubicBezTo>
                  <a:pt x="340591" y="-5"/>
                  <a:pt x="317196" y="9727"/>
                  <a:pt x="299877" y="26958"/>
                </a:cubicBezTo>
                <a:lnTo>
                  <a:pt x="100406" y="226518"/>
                </a:lnTo>
                <a:cubicBezTo>
                  <a:pt x="91029" y="235893"/>
                  <a:pt x="85762" y="248572"/>
                  <a:pt x="85762" y="261878"/>
                </a:cubicBezTo>
                <a:lnTo>
                  <a:pt x="85762" y="261882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5055" y="2808139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Cobertura de código mide el porcentaje de instrucciones ejecutadas durante las pruebas, identificando áreas no verificadas.</a:t>
            </a:r>
            <a:endParaRPr lang="en-US" sz="1740"/>
          </a:p>
        </p:txBody>
      </p:sp>
      <p:sp>
        <p:nvSpPr>
          <p:cNvPr id="18" name="Text 16"/>
          <p:cNvSpPr/>
          <p:nvPr/>
        </p:nvSpPr>
        <p:spPr>
          <a:xfrm>
            <a:off x="645055" y="20680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32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Cobertura de código</a:t>
            </a:r>
            <a:endParaRPr lang="en-US" sz="2320"/>
          </a:p>
        </p:txBody>
      </p:sp>
      <p:sp>
        <p:nvSpPr>
          <p:cNvPr id="19" name="Text 17"/>
          <p:cNvSpPr/>
          <p:nvPr/>
        </p:nvSpPr>
        <p:spPr>
          <a:xfrm>
            <a:off x="645055" y="144144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4338" y="228600"/>
                </a:moveTo>
                <a:cubicBezTo>
                  <a:pt x="414338" y="126018"/>
                  <a:pt x="331182" y="42863"/>
                  <a:pt x="228600" y="42863"/>
                </a:cubicBezTo>
                <a:cubicBezTo>
                  <a:pt x="126018" y="42863"/>
                  <a:pt x="42863" y="126018"/>
                  <a:pt x="42863" y="228600"/>
                </a:cubicBezTo>
                <a:cubicBezTo>
                  <a:pt x="42863" y="331182"/>
                  <a:pt x="126018" y="414338"/>
                  <a:pt x="228600" y="414338"/>
                </a:cubicBezTo>
                <a:cubicBezTo>
                  <a:pt x="331182" y="414338"/>
                  <a:pt x="414338" y="331182"/>
                  <a:pt x="414338" y="228600"/>
                </a:cubicBezTo>
                <a:moveTo>
                  <a:pt x="0" y="228600"/>
                </a:moveTo>
                <a:cubicBezTo>
                  <a:pt x="0" y="102349"/>
                  <a:pt x="102349" y="0"/>
                  <a:pt x="228600" y="0"/>
                </a:cubicBezTo>
                <a:cubicBezTo>
                  <a:pt x="354851" y="0"/>
                  <a:pt x="457200" y="102349"/>
                  <a:pt x="457200" y="228600"/>
                </a:cubicBezTo>
                <a:cubicBezTo>
                  <a:pt x="457200" y="354851"/>
                  <a:pt x="354851" y="457200"/>
                  <a:pt x="228600" y="457200"/>
                </a:cubicBezTo>
                <a:cubicBezTo>
                  <a:pt x="102349" y="457200"/>
                  <a:pt x="0" y="354851"/>
                  <a:pt x="0" y="228600"/>
                </a:cubicBezTo>
                <a:moveTo>
                  <a:pt x="171450" y="135734"/>
                </a:moveTo>
                <a:lnTo>
                  <a:pt x="171450" y="178596"/>
                </a:lnTo>
                <a:cubicBezTo>
                  <a:pt x="171450" y="190474"/>
                  <a:pt x="161895" y="200030"/>
                  <a:pt x="150021" y="200030"/>
                </a:cubicBezTo>
                <a:cubicBezTo>
                  <a:pt x="138143" y="200030"/>
                  <a:pt x="128592" y="190474"/>
                  <a:pt x="128592" y="178601"/>
                </a:cubicBezTo>
                <a:lnTo>
                  <a:pt x="128592" y="135738"/>
                </a:lnTo>
                <a:cubicBezTo>
                  <a:pt x="128592" y="123860"/>
                  <a:pt x="138148" y="114309"/>
                  <a:pt x="150026" y="114309"/>
                </a:cubicBezTo>
                <a:cubicBezTo>
                  <a:pt x="161904" y="114309"/>
                  <a:pt x="171459" y="123865"/>
                  <a:pt x="171459" y="135743"/>
                </a:cubicBezTo>
                <a:lnTo>
                  <a:pt x="171450" y="135734"/>
                </a:lnTo>
                <a:moveTo>
                  <a:pt x="250034" y="135734"/>
                </a:moveTo>
                <a:lnTo>
                  <a:pt x="250034" y="178596"/>
                </a:lnTo>
                <a:cubicBezTo>
                  <a:pt x="250034" y="190474"/>
                  <a:pt x="240478" y="200030"/>
                  <a:pt x="228605" y="200030"/>
                </a:cubicBezTo>
                <a:cubicBezTo>
                  <a:pt x="216727" y="200030"/>
                  <a:pt x="207176" y="190474"/>
                  <a:pt x="207176" y="178601"/>
                </a:cubicBezTo>
                <a:lnTo>
                  <a:pt x="207176" y="135738"/>
                </a:lnTo>
                <a:cubicBezTo>
                  <a:pt x="207176" y="123860"/>
                  <a:pt x="216731" y="114309"/>
                  <a:pt x="228609" y="114309"/>
                </a:cubicBezTo>
                <a:cubicBezTo>
                  <a:pt x="240487" y="114309"/>
                  <a:pt x="250043" y="123865"/>
                  <a:pt x="250043" y="135743"/>
                </a:cubicBezTo>
                <a:lnTo>
                  <a:pt x="250034" y="135734"/>
                </a:lnTo>
                <a:moveTo>
                  <a:pt x="328613" y="135734"/>
                </a:moveTo>
                <a:lnTo>
                  <a:pt x="328613" y="178596"/>
                </a:lnTo>
                <a:cubicBezTo>
                  <a:pt x="328613" y="190474"/>
                  <a:pt x="319057" y="200030"/>
                  <a:pt x="307184" y="200030"/>
                </a:cubicBezTo>
                <a:cubicBezTo>
                  <a:pt x="295305" y="200030"/>
                  <a:pt x="285755" y="190474"/>
                  <a:pt x="285755" y="178601"/>
                </a:cubicBezTo>
                <a:lnTo>
                  <a:pt x="285755" y="135738"/>
                </a:lnTo>
                <a:cubicBezTo>
                  <a:pt x="285755" y="123860"/>
                  <a:pt x="295310" y="114309"/>
                  <a:pt x="307188" y="114309"/>
                </a:cubicBezTo>
                <a:cubicBezTo>
                  <a:pt x="319066" y="114309"/>
                  <a:pt x="328622" y="123865"/>
                  <a:pt x="328622" y="135743"/>
                </a:cubicBezTo>
                <a:lnTo>
                  <a:pt x="328613" y="13573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14775" y="1159247"/>
            <a:ext cx="7951470" cy="45719"/>
          </a:xfrm>
          <a:custGeom>
            <a:avLst/>
            <a:gdLst/>
            <a:ahLst/>
            <a:cxnLst/>
            <a:rect l="l" t="t" r="r" b="b"/>
            <a:pathLst>
              <a:path w="7951470" h="45719">
                <a:moveTo>
                  <a:pt x="0" y="0"/>
                </a:moveTo>
                <a:lnTo>
                  <a:pt x="795147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724084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3614774" y="1"/>
            <a:ext cx="8032593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Pruebas unitarias y su automatización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blipFill>
            <a:blip r:embed="rId4"/>
            <a:srcRect/>
            <a:stretch>
              <a:fillRect l="-135443" r="-135443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32459" y="6309360"/>
            <a:ext cx="71302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3405585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9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9087047" y="2808139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El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uso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de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tecnologías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modernas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,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como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GitHub Copilot,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permite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generar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y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mantener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pruebas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unitarias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automáticamente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,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acelerando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la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identificación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de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errores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y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mejorando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la </a:t>
            </a:r>
            <a:r>
              <a:rPr lang="en-US" sz="17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calidad</a:t>
            </a:r>
            <a:r>
              <a:rPr lang="en-US" sz="17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del software.</a:t>
            </a:r>
            <a:endParaRPr lang="en-US" sz="1700" dirty="0">
              <a:latin typeface="Figtree Regular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087047" y="20680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32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Uso de tecnologías modernas</a:t>
            </a:r>
            <a:endParaRPr lang="en-US" sz="2320"/>
          </a:p>
        </p:txBody>
      </p:sp>
      <p:sp>
        <p:nvSpPr>
          <p:cNvPr id="13" name="Text 11"/>
          <p:cNvSpPr/>
          <p:nvPr/>
        </p:nvSpPr>
        <p:spPr>
          <a:xfrm>
            <a:off x="9087047" y="1487184"/>
            <a:ext cx="457200" cy="365729"/>
          </a:xfrm>
          <a:custGeom>
            <a:avLst/>
            <a:gdLst/>
            <a:ahLst/>
            <a:cxnLst/>
            <a:rect l="l" t="t" r="r" b="b"/>
            <a:pathLst>
              <a:path w="457200" h="365729">
                <a:moveTo>
                  <a:pt x="285105" y="772"/>
                </a:moveTo>
                <a:cubicBezTo>
                  <a:pt x="276035" y="-2015"/>
                  <a:pt x="266461" y="2988"/>
                  <a:pt x="263676" y="12058"/>
                </a:cubicBezTo>
                <a:lnTo>
                  <a:pt x="160806" y="343529"/>
                </a:lnTo>
                <a:cubicBezTo>
                  <a:pt x="158022" y="352603"/>
                  <a:pt x="163019" y="362174"/>
                  <a:pt x="172095" y="364961"/>
                </a:cubicBezTo>
                <a:cubicBezTo>
                  <a:pt x="181166" y="367748"/>
                  <a:pt x="190739" y="362745"/>
                  <a:pt x="193528" y="353675"/>
                </a:cubicBezTo>
                <a:lnTo>
                  <a:pt x="296398" y="22203"/>
                </a:lnTo>
                <a:cubicBezTo>
                  <a:pt x="299183" y="13130"/>
                  <a:pt x="294185" y="3559"/>
                  <a:pt x="285110" y="772"/>
                </a:cubicBezTo>
                <a:lnTo>
                  <a:pt x="285105" y="772"/>
                </a:lnTo>
                <a:moveTo>
                  <a:pt x="336115" y="85423"/>
                </a:moveTo>
                <a:cubicBezTo>
                  <a:pt x="329614" y="92354"/>
                  <a:pt x="329970" y="103212"/>
                  <a:pt x="336902" y="109642"/>
                </a:cubicBezTo>
                <a:lnTo>
                  <a:pt x="414982" y="182865"/>
                </a:lnTo>
                <a:lnTo>
                  <a:pt x="336902" y="256087"/>
                </a:lnTo>
                <a:cubicBezTo>
                  <a:pt x="329970" y="262586"/>
                  <a:pt x="329614" y="273445"/>
                  <a:pt x="336115" y="280306"/>
                </a:cubicBezTo>
                <a:cubicBezTo>
                  <a:pt x="342617" y="287163"/>
                  <a:pt x="353475" y="287591"/>
                  <a:pt x="360333" y="281092"/>
                </a:cubicBezTo>
                <a:lnTo>
                  <a:pt x="451773" y="195369"/>
                </a:lnTo>
                <a:cubicBezTo>
                  <a:pt x="455202" y="192154"/>
                  <a:pt x="457200" y="187582"/>
                  <a:pt x="457200" y="182868"/>
                </a:cubicBezTo>
                <a:cubicBezTo>
                  <a:pt x="457200" y="178154"/>
                  <a:pt x="455271" y="173582"/>
                  <a:pt x="451773" y="170368"/>
                </a:cubicBezTo>
                <a:lnTo>
                  <a:pt x="360333" y="84644"/>
                </a:lnTo>
                <a:cubicBezTo>
                  <a:pt x="353402" y="78145"/>
                  <a:pt x="342543" y="78500"/>
                  <a:pt x="336115" y="85431"/>
                </a:cubicBezTo>
                <a:lnTo>
                  <a:pt x="336115" y="85423"/>
                </a:lnTo>
                <a:moveTo>
                  <a:pt x="121085" y="85423"/>
                </a:moveTo>
                <a:cubicBezTo>
                  <a:pt x="114583" y="78493"/>
                  <a:pt x="103725" y="78138"/>
                  <a:pt x="96867" y="84637"/>
                </a:cubicBezTo>
                <a:lnTo>
                  <a:pt x="5427" y="170360"/>
                </a:lnTo>
                <a:cubicBezTo>
                  <a:pt x="1925" y="173575"/>
                  <a:pt x="0" y="178147"/>
                  <a:pt x="0" y="182861"/>
                </a:cubicBezTo>
                <a:cubicBezTo>
                  <a:pt x="0" y="187575"/>
                  <a:pt x="1929" y="192147"/>
                  <a:pt x="5432" y="195362"/>
                </a:cubicBezTo>
                <a:lnTo>
                  <a:pt x="96872" y="281085"/>
                </a:lnTo>
                <a:cubicBezTo>
                  <a:pt x="103803" y="287584"/>
                  <a:pt x="114661" y="287229"/>
                  <a:pt x="121089" y="280299"/>
                </a:cubicBezTo>
                <a:cubicBezTo>
                  <a:pt x="127518" y="273368"/>
                  <a:pt x="127234" y="262509"/>
                  <a:pt x="120303" y="256080"/>
                </a:cubicBezTo>
                <a:lnTo>
                  <a:pt x="42222" y="182857"/>
                </a:lnTo>
                <a:lnTo>
                  <a:pt x="120303" y="109635"/>
                </a:lnTo>
                <a:cubicBezTo>
                  <a:pt x="127234" y="103136"/>
                  <a:pt x="127591" y="92277"/>
                  <a:pt x="121089" y="85416"/>
                </a:cubicBezTo>
                <a:lnTo>
                  <a:pt x="121085" y="8542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3398" y="2808139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Su automatización mediante herramientas integradas en IDEs facilita la ejecución repetitiva, aumentando la eficacia y cobertura de las pruebas.</a:t>
            </a:r>
            <a:endParaRPr lang="en-US" sz="1740"/>
          </a:p>
        </p:txBody>
      </p:sp>
      <p:sp>
        <p:nvSpPr>
          <p:cNvPr id="15" name="Text 13"/>
          <p:cNvSpPr/>
          <p:nvPr/>
        </p:nvSpPr>
        <p:spPr>
          <a:xfrm>
            <a:off x="6353398" y="20680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32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Automatización y beneficios</a:t>
            </a:r>
            <a:endParaRPr lang="en-US" sz="2320"/>
          </a:p>
        </p:txBody>
      </p:sp>
      <p:sp>
        <p:nvSpPr>
          <p:cNvPr id="16" name="Text 14"/>
          <p:cNvSpPr/>
          <p:nvPr/>
        </p:nvSpPr>
        <p:spPr>
          <a:xfrm>
            <a:off x="6363091" y="1441449"/>
            <a:ext cx="437813" cy="457200"/>
          </a:xfrm>
          <a:custGeom>
            <a:avLst/>
            <a:gdLst/>
            <a:ahLst/>
            <a:cxnLst/>
            <a:rect l="l" t="t" r="r" b="b"/>
            <a:pathLst>
              <a:path w="437813" h="457200">
                <a:moveTo>
                  <a:pt x="218911" y="0"/>
                </a:moveTo>
                <a:cubicBezTo>
                  <a:pt x="234090" y="0"/>
                  <a:pt x="248914" y="1518"/>
                  <a:pt x="263380" y="4289"/>
                </a:cubicBezTo>
                <a:cubicBezTo>
                  <a:pt x="270433" y="5628"/>
                  <a:pt x="282845" y="9734"/>
                  <a:pt x="289631" y="22238"/>
                </a:cubicBezTo>
                <a:cubicBezTo>
                  <a:pt x="291417" y="25544"/>
                  <a:pt x="292845" y="29023"/>
                  <a:pt x="293738" y="32777"/>
                </a:cubicBezTo>
                <a:lnTo>
                  <a:pt x="302043" y="67158"/>
                </a:lnTo>
                <a:cubicBezTo>
                  <a:pt x="303295" y="72338"/>
                  <a:pt x="312043" y="77427"/>
                  <a:pt x="317134" y="75909"/>
                </a:cubicBezTo>
                <a:lnTo>
                  <a:pt x="351069" y="65905"/>
                </a:lnTo>
                <a:cubicBezTo>
                  <a:pt x="354642" y="64836"/>
                  <a:pt x="358302" y="64296"/>
                  <a:pt x="361962" y="64209"/>
                </a:cubicBezTo>
                <a:cubicBezTo>
                  <a:pt x="376340" y="63761"/>
                  <a:pt x="386073" y="72603"/>
                  <a:pt x="390805" y="77962"/>
                </a:cubicBezTo>
                <a:cubicBezTo>
                  <a:pt x="410542" y="100374"/>
                  <a:pt x="425721" y="126718"/>
                  <a:pt x="435366" y="155023"/>
                </a:cubicBezTo>
                <a:cubicBezTo>
                  <a:pt x="437686" y="161808"/>
                  <a:pt x="440366" y="174490"/>
                  <a:pt x="432954" y="186634"/>
                </a:cubicBezTo>
                <a:cubicBezTo>
                  <a:pt x="430988" y="189848"/>
                  <a:pt x="428580" y="192884"/>
                  <a:pt x="425808" y="195563"/>
                </a:cubicBezTo>
                <a:lnTo>
                  <a:pt x="400179" y="219941"/>
                </a:lnTo>
                <a:cubicBezTo>
                  <a:pt x="396427" y="223511"/>
                  <a:pt x="396427" y="233780"/>
                  <a:pt x="400179" y="237355"/>
                </a:cubicBezTo>
                <a:lnTo>
                  <a:pt x="425808" y="261733"/>
                </a:lnTo>
                <a:cubicBezTo>
                  <a:pt x="428575" y="264412"/>
                  <a:pt x="430988" y="267448"/>
                  <a:pt x="432954" y="270662"/>
                </a:cubicBezTo>
                <a:cubicBezTo>
                  <a:pt x="440274" y="282806"/>
                  <a:pt x="437599" y="295488"/>
                  <a:pt x="435366" y="302273"/>
                </a:cubicBezTo>
                <a:cubicBezTo>
                  <a:pt x="425721" y="330578"/>
                  <a:pt x="410542" y="356835"/>
                  <a:pt x="390805" y="379334"/>
                </a:cubicBezTo>
                <a:cubicBezTo>
                  <a:pt x="386073" y="384693"/>
                  <a:pt x="376248" y="393530"/>
                  <a:pt x="361962" y="393087"/>
                </a:cubicBezTo>
                <a:cubicBezTo>
                  <a:pt x="358302" y="392995"/>
                  <a:pt x="354642" y="392374"/>
                  <a:pt x="351069" y="391391"/>
                </a:cubicBezTo>
                <a:lnTo>
                  <a:pt x="317134" y="381300"/>
                </a:lnTo>
                <a:cubicBezTo>
                  <a:pt x="312043" y="379782"/>
                  <a:pt x="303295" y="384871"/>
                  <a:pt x="302043" y="390051"/>
                </a:cubicBezTo>
                <a:lnTo>
                  <a:pt x="293738" y="424432"/>
                </a:lnTo>
                <a:cubicBezTo>
                  <a:pt x="292845" y="428182"/>
                  <a:pt x="291417" y="431757"/>
                  <a:pt x="289631" y="434971"/>
                </a:cubicBezTo>
                <a:cubicBezTo>
                  <a:pt x="282753" y="447471"/>
                  <a:pt x="270341" y="451490"/>
                  <a:pt x="263380" y="452921"/>
                </a:cubicBezTo>
                <a:cubicBezTo>
                  <a:pt x="248914" y="455687"/>
                  <a:pt x="234090" y="457205"/>
                  <a:pt x="218911" y="457205"/>
                </a:cubicBezTo>
                <a:cubicBezTo>
                  <a:pt x="203732" y="457205"/>
                  <a:pt x="188908" y="455687"/>
                  <a:pt x="174442" y="452916"/>
                </a:cubicBezTo>
                <a:cubicBezTo>
                  <a:pt x="167389" y="451576"/>
                  <a:pt x="154977" y="447471"/>
                  <a:pt x="148191" y="434966"/>
                </a:cubicBezTo>
                <a:cubicBezTo>
                  <a:pt x="146405" y="431661"/>
                  <a:pt x="144978" y="428182"/>
                  <a:pt x="144084" y="424428"/>
                </a:cubicBezTo>
                <a:lnTo>
                  <a:pt x="135779" y="390046"/>
                </a:lnTo>
                <a:cubicBezTo>
                  <a:pt x="134527" y="384866"/>
                  <a:pt x="125779" y="379778"/>
                  <a:pt x="120688" y="381296"/>
                </a:cubicBezTo>
                <a:lnTo>
                  <a:pt x="86753" y="391295"/>
                </a:lnTo>
                <a:cubicBezTo>
                  <a:pt x="83180" y="392364"/>
                  <a:pt x="79520" y="392904"/>
                  <a:pt x="75860" y="392991"/>
                </a:cubicBezTo>
                <a:cubicBezTo>
                  <a:pt x="61482" y="393439"/>
                  <a:pt x="51750" y="384597"/>
                  <a:pt x="47017" y="379238"/>
                </a:cubicBezTo>
                <a:cubicBezTo>
                  <a:pt x="27372" y="356826"/>
                  <a:pt x="12101" y="330482"/>
                  <a:pt x="2456" y="302177"/>
                </a:cubicBezTo>
                <a:cubicBezTo>
                  <a:pt x="136" y="295392"/>
                  <a:pt x="-2544" y="282710"/>
                  <a:pt x="4869" y="270566"/>
                </a:cubicBezTo>
                <a:cubicBezTo>
                  <a:pt x="6834" y="267352"/>
                  <a:pt x="9242" y="264316"/>
                  <a:pt x="12014" y="261637"/>
                </a:cubicBezTo>
                <a:lnTo>
                  <a:pt x="37643" y="237259"/>
                </a:lnTo>
                <a:cubicBezTo>
                  <a:pt x="41395" y="233689"/>
                  <a:pt x="41395" y="223420"/>
                  <a:pt x="37643" y="219845"/>
                </a:cubicBezTo>
                <a:lnTo>
                  <a:pt x="11926" y="195467"/>
                </a:lnTo>
                <a:cubicBezTo>
                  <a:pt x="9159" y="192788"/>
                  <a:pt x="6747" y="189752"/>
                  <a:pt x="4781" y="186538"/>
                </a:cubicBezTo>
                <a:cubicBezTo>
                  <a:pt x="-2539" y="174394"/>
                  <a:pt x="136" y="161712"/>
                  <a:pt x="2461" y="155014"/>
                </a:cubicBezTo>
                <a:cubicBezTo>
                  <a:pt x="12106" y="126708"/>
                  <a:pt x="27285" y="100451"/>
                  <a:pt x="47021" y="77953"/>
                </a:cubicBezTo>
                <a:cubicBezTo>
                  <a:pt x="51754" y="72594"/>
                  <a:pt x="61579" y="63757"/>
                  <a:pt x="75864" y="64200"/>
                </a:cubicBezTo>
                <a:cubicBezTo>
                  <a:pt x="79525" y="64291"/>
                  <a:pt x="83185" y="64913"/>
                  <a:pt x="86757" y="65896"/>
                </a:cubicBezTo>
                <a:lnTo>
                  <a:pt x="120692" y="75900"/>
                </a:lnTo>
                <a:cubicBezTo>
                  <a:pt x="125784" y="77418"/>
                  <a:pt x="134531" y="72329"/>
                  <a:pt x="135784" y="67149"/>
                </a:cubicBezTo>
                <a:lnTo>
                  <a:pt x="144089" y="32768"/>
                </a:lnTo>
                <a:cubicBezTo>
                  <a:pt x="144982" y="29018"/>
                  <a:pt x="146409" y="25443"/>
                  <a:pt x="148196" y="22229"/>
                </a:cubicBezTo>
                <a:cubicBezTo>
                  <a:pt x="155074" y="9729"/>
                  <a:pt x="167486" y="5710"/>
                  <a:pt x="174447" y="4279"/>
                </a:cubicBezTo>
                <a:cubicBezTo>
                  <a:pt x="188912" y="1513"/>
                  <a:pt x="203737" y="-9"/>
                  <a:pt x="218916" y="-9"/>
                </a:cubicBezTo>
                <a:lnTo>
                  <a:pt x="218911" y="0"/>
                </a:lnTo>
                <a:moveTo>
                  <a:pt x="185068" y="45898"/>
                </a:moveTo>
                <a:lnTo>
                  <a:pt x="177476" y="77239"/>
                </a:lnTo>
                <a:cubicBezTo>
                  <a:pt x="170511" y="106084"/>
                  <a:pt x="137027" y="125369"/>
                  <a:pt x="108538" y="117066"/>
                </a:cubicBezTo>
                <a:lnTo>
                  <a:pt x="77729" y="107959"/>
                </a:lnTo>
                <a:cubicBezTo>
                  <a:pt x="62997" y="125195"/>
                  <a:pt x="51386" y="145198"/>
                  <a:pt x="43795" y="166627"/>
                </a:cubicBezTo>
                <a:lnTo>
                  <a:pt x="67191" y="188860"/>
                </a:lnTo>
                <a:cubicBezTo>
                  <a:pt x="88622" y="209219"/>
                  <a:pt x="88622" y="247976"/>
                  <a:pt x="67191" y="268335"/>
                </a:cubicBezTo>
                <a:lnTo>
                  <a:pt x="43795" y="290569"/>
                </a:lnTo>
                <a:cubicBezTo>
                  <a:pt x="51386" y="312002"/>
                  <a:pt x="62993" y="332000"/>
                  <a:pt x="77729" y="349237"/>
                </a:cubicBezTo>
                <a:lnTo>
                  <a:pt x="108626" y="340129"/>
                </a:lnTo>
                <a:cubicBezTo>
                  <a:pt x="137023" y="331735"/>
                  <a:pt x="170598" y="351111"/>
                  <a:pt x="177564" y="379956"/>
                </a:cubicBezTo>
                <a:lnTo>
                  <a:pt x="185156" y="411297"/>
                </a:lnTo>
                <a:cubicBezTo>
                  <a:pt x="207121" y="415316"/>
                  <a:pt x="230964" y="415316"/>
                  <a:pt x="252934" y="411297"/>
                </a:cubicBezTo>
                <a:lnTo>
                  <a:pt x="260525" y="379956"/>
                </a:lnTo>
                <a:cubicBezTo>
                  <a:pt x="267491" y="351111"/>
                  <a:pt x="300975" y="331827"/>
                  <a:pt x="329463" y="340129"/>
                </a:cubicBezTo>
                <a:lnTo>
                  <a:pt x="360360" y="349237"/>
                </a:lnTo>
                <a:cubicBezTo>
                  <a:pt x="375092" y="332000"/>
                  <a:pt x="386703" y="311998"/>
                  <a:pt x="394295" y="290569"/>
                </a:cubicBezTo>
                <a:lnTo>
                  <a:pt x="370898" y="268335"/>
                </a:lnTo>
                <a:cubicBezTo>
                  <a:pt x="349467" y="247976"/>
                  <a:pt x="349467" y="209219"/>
                  <a:pt x="370898" y="188860"/>
                </a:cubicBezTo>
                <a:lnTo>
                  <a:pt x="394295" y="166627"/>
                </a:lnTo>
                <a:cubicBezTo>
                  <a:pt x="386703" y="145198"/>
                  <a:pt x="375097" y="125191"/>
                  <a:pt x="360360" y="107959"/>
                </a:cubicBezTo>
                <a:lnTo>
                  <a:pt x="329463" y="117066"/>
                </a:lnTo>
                <a:cubicBezTo>
                  <a:pt x="301067" y="125460"/>
                  <a:pt x="267491" y="106084"/>
                  <a:pt x="260525" y="77239"/>
                </a:cubicBezTo>
                <a:lnTo>
                  <a:pt x="252934" y="45898"/>
                </a:lnTo>
                <a:cubicBezTo>
                  <a:pt x="230968" y="41880"/>
                  <a:pt x="207125" y="41880"/>
                  <a:pt x="185156" y="45898"/>
                </a:cubicBezTo>
                <a:lnTo>
                  <a:pt x="185068" y="45898"/>
                </a:lnTo>
                <a:moveTo>
                  <a:pt x="176049" y="228600"/>
                </a:moveTo>
                <a:cubicBezTo>
                  <a:pt x="176049" y="252274"/>
                  <a:pt x="195238" y="271463"/>
                  <a:pt x="218911" y="271463"/>
                </a:cubicBezTo>
                <a:cubicBezTo>
                  <a:pt x="242584" y="271463"/>
                  <a:pt x="261773" y="252274"/>
                  <a:pt x="261773" y="228600"/>
                </a:cubicBezTo>
                <a:cubicBezTo>
                  <a:pt x="261773" y="204926"/>
                  <a:pt x="242584" y="185738"/>
                  <a:pt x="218911" y="185738"/>
                </a:cubicBezTo>
                <a:cubicBezTo>
                  <a:pt x="195238" y="185738"/>
                  <a:pt x="176049" y="204926"/>
                  <a:pt x="176049" y="228600"/>
                </a:cubicBezTo>
                <a:moveTo>
                  <a:pt x="218911" y="314325"/>
                </a:moveTo>
                <a:cubicBezTo>
                  <a:pt x="171566" y="314325"/>
                  <a:pt x="133187" y="275943"/>
                  <a:pt x="133187" y="228600"/>
                </a:cubicBezTo>
                <a:cubicBezTo>
                  <a:pt x="133187" y="181257"/>
                  <a:pt x="171566" y="142875"/>
                  <a:pt x="218911" y="142875"/>
                </a:cubicBezTo>
                <a:cubicBezTo>
                  <a:pt x="266256" y="142875"/>
                  <a:pt x="304635" y="181257"/>
                  <a:pt x="304635" y="228600"/>
                </a:cubicBezTo>
                <a:cubicBezTo>
                  <a:pt x="304635" y="275943"/>
                  <a:pt x="266256" y="314325"/>
                  <a:pt x="218911" y="31432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19749" y="2808139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Las pruebas unitarias permiten comprobar que cada componente o función del código se comporta correctamente de forma aislada.</a:t>
            </a:r>
            <a:endParaRPr lang="en-US" sz="1740"/>
          </a:p>
        </p:txBody>
      </p:sp>
      <p:sp>
        <p:nvSpPr>
          <p:cNvPr id="18" name="Text 16"/>
          <p:cNvSpPr/>
          <p:nvPr/>
        </p:nvSpPr>
        <p:spPr>
          <a:xfrm>
            <a:off x="3619749" y="20680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32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Importancia de las pruebas unitarias</a:t>
            </a:r>
            <a:endParaRPr lang="en-US" sz="2320"/>
          </a:p>
        </p:txBody>
      </p:sp>
      <p:sp>
        <p:nvSpPr>
          <p:cNvPr id="19" name="Text 17"/>
          <p:cNvSpPr/>
          <p:nvPr/>
        </p:nvSpPr>
        <p:spPr>
          <a:xfrm>
            <a:off x="3619749" y="1510830"/>
            <a:ext cx="457200" cy="318438"/>
          </a:xfrm>
          <a:custGeom>
            <a:avLst/>
            <a:gdLst/>
            <a:ahLst/>
            <a:cxnLst/>
            <a:rect l="l" t="t" r="r" b="b"/>
            <a:pathLst>
              <a:path w="457200" h="318438">
                <a:moveTo>
                  <a:pt x="450008" y="7193"/>
                </a:moveTo>
                <a:cubicBezTo>
                  <a:pt x="459600" y="16785"/>
                  <a:pt x="459600" y="32293"/>
                  <a:pt x="450008" y="41782"/>
                </a:cubicBezTo>
                <a:lnTo>
                  <a:pt x="180649" y="311245"/>
                </a:lnTo>
                <a:cubicBezTo>
                  <a:pt x="171057" y="320836"/>
                  <a:pt x="155549" y="320836"/>
                  <a:pt x="146062" y="311245"/>
                </a:cubicBezTo>
                <a:lnTo>
                  <a:pt x="7196" y="172482"/>
                </a:lnTo>
                <a:cubicBezTo>
                  <a:pt x="-2396" y="162891"/>
                  <a:pt x="-2396" y="147383"/>
                  <a:pt x="7196" y="137893"/>
                </a:cubicBezTo>
                <a:cubicBezTo>
                  <a:pt x="16788" y="128404"/>
                  <a:pt x="32297" y="128302"/>
                  <a:pt x="41784" y="137893"/>
                </a:cubicBezTo>
                <a:lnTo>
                  <a:pt x="163202" y="259311"/>
                </a:lnTo>
                <a:lnTo>
                  <a:pt x="415320" y="7193"/>
                </a:lnTo>
                <a:cubicBezTo>
                  <a:pt x="424913" y="-2398"/>
                  <a:pt x="440421" y="-2398"/>
                  <a:pt x="449908" y="7193"/>
                </a:cubicBezTo>
                <a:lnTo>
                  <a:pt x="450008" y="719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72646" y="1292938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96006" y="1292938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72646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81957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3672646" y="3802600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96006" y="3802600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blipFill>
            <a:blip r:embed="rId4"/>
            <a:srcRect/>
            <a:stretch>
              <a:fillRect l="-102555" r="-102555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72646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Documentación y seguimiento de incidencias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3463458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3890333" y="6309360"/>
            <a:ext cx="7008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7878886" y="485503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523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El seguimiento activo garantiza que los errores se resuelvan eficazmente, evitando impactos negativos en el producto final.</a:t>
            </a:r>
            <a:endParaRPr lang="en-US" sz="1523"/>
          </a:p>
        </p:txBody>
      </p:sp>
      <p:sp>
        <p:nvSpPr>
          <p:cNvPr id="16" name="Text 14"/>
          <p:cNvSpPr/>
          <p:nvPr/>
        </p:nvSpPr>
        <p:spPr>
          <a:xfrm>
            <a:off x="7878886" y="438202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7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Garantía de resolución efectiva</a:t>
            </a:r>
            <a:endParaRPr lang="en-US" sz="1677"/>
          </a:p>
        </p:txBody>
      </p:sp>
      <p:sp>
        <p:nvSpPr>
          <p:cNvPr id="17" name="Text 15"/>
          <p:cNvSpPr/>
          <p:nvPr/>
        </p:nvSpPr>
        <p:spPr>
          <a:xfrm>
            <a:off x="7878886" y="3986139"/>
            <a:ext cx="365760" cy="254750"/>
          </a:xfrm>
          <a:custGeom>
            <a:avLst/>
            <a:gdLst/>
            <a:ahLst/>
            <a:cxnLst/>
            <a:rect l="l" t="t" r="r" b="b"/>
            <a:pathLst>
              <a:path w="365760" h="254750">
                <a:moveTo>
                  <a:pt x="360007" y="5755"/>
                </a:moveTo>
                <a:cubicBezTo>
                  <a:pt x="367680" y="13428"/>
                  <a:pt x="367680" y="25834"/>
                  <a:pt x="360007" y="33426"/>
                </a:cubicBezTo>
                <a:lnTo>
                  <a:pt x="144519" y="248996"/>
                </a:lnTo>
                <a:cubicBezTo>
                  <a:pt x="136845" y="256669"/>
                  <a:pt x="124439" y="256669"/>
                  <a:pt x="116849" y="248996"/>
                </a:cubicBezTo>
                <a:lnTo>
                  <a:pt x="5757" y="137986"/>
                </a:lnTo>
                <a:cubicBezTo>
                  <a:pt x="-1917" y="130313"/>
                  <a:pt x="-1917" y="117906"/>
                  <a:pt x="5757" y="110315"/>
                </a:cubicBezTo>
                <a:cubicBezTo>
                  <a:pt x="13431" y="102723"/>
                  <a:pt x="25837" y="102642"/>
                  <a:pt x="33427" y="110315"/>
                </a:cubicBezTo>
                <a:lnTo>
                  <a:pt x="130562" y="207448"/>
                </a:lnTo>
                <a:lnTo>
                  <a:pt x="332256" y="5755"/>
                </a:lnTo>
                <a:cubicBezTo>
                  <a:pt x="339930" y="-1918"/>
                  <a:pt x="352337" y="-1918"/>
                  <a:pt x="359926" y="5755"/>
                </a:cubicBezTo>
                <a:lnTo>
                  <a:pt x="360007" y="575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31336" y="4855030"/>
            <a:ext cx="3559386" cy="952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523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El seguimiento activo, con sistemas de notificación y planes de retroceso, optimiza la colaboración.</a:t>
            </a:r>
            <a:endParaRPr lang="en-US" sz="1523"/>
          </a:p>
        </p:txBody>
      </p:sp>
      <p:sp>
        <p:nvSpPr>
          <p:cNvPr id="19" name="Text 17"/>
          <p:cNvSpPr/>
          <p:nvPr/>
        </p:nvSpPr>
        <p:spPr>
          <a:xfrm>
            <a:off x="3855526" y="438202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7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Seguimiento activo de incidencias</a:t>
            </a:r>
            <a:endParaRPr lang="en-US" sz="1677"/>
          </a:p>
        </p:txBody>
      </p:sp>
      <p:sp>
        <p:nvSpPr>
          <p:cNvPr id="20" name="Text 18"/>
          <p:cNvSpPr/>
          <p:nvPr/>
        </p:nvSpPr>
        <p:spPr>
          <a:xfrm>
            <a:off x="3878402" y="3930634"/>
            <a:ext cx="320008" cy="365760"/>
          </a:xfrm>
          <a:custGeom>
            <a:avLst/>
            <a:gdLst/>
            <a:ahLst/>
            <a:cxnLst/>
            <a:rect l="l" t="t" r="r" b="b"/>
            <a:pathLst>
              <a:path w="320008" h="365760">
                <a:moveTo>
                  <a:pt x="160004" y="0"/>
                </a:moveTo>
                <a:cubicBezTo>
                  <a:pt x="147361" y="0"/>
                  <a:pt x="137143" y="10216"/>
                  <a:pt x="137143" y="22860"/>
                </a:cubicBezTo>
                <a:lnTo>
                  <a:pt x="137143" y="36576"/>
                </a:lnTo>
                <a:cubicBezTo>
                  <a:pt x="84994" y="47150"/>
                  <a:pt x="45704" y="93298"/>
                  <a:pt x="45704" y="148590"/>
                </a:cubicBezTo>
                <a:lnTo>
                  <a:pt x="45704" y="166735"/>
                </a:lnTo>
                <a:cubicBezTo>
                  <a:pt x="45704" y="199167"/>
                  <a:pt x="34631" y="230670"/>
                  <a:pt x="14413" y="255962"/>
                </a:cubicBezTo>
                <a:lnTo>
                  <a:pt x="3770" y="269320"/>
                </a:lnTo>
                <a:cubicBezTo>
                  <a:pt x="-374" y="274463"/>
                  <a:pt x="-1158" y="281536"/>
                  <a:pt x="1699" y="287465"/>
                </a:cubicBezTo>
                <a:cubicBezTo>
                  <a:pt x="4557" y="293394"/>
                  <a:pt x="10557" y="297180"/>
                  <a:pt x="17130" y="297180"/>
                </a:cubicBezTo>
                <a:lnTo>
                  <a:pt x="302881" y="297180"/>
                </a:lnTo>
                <a:cubicBezTo>
                  <a:pt x="309454" y="297180"/>
                  <a:pt x="315454" y="293394"/>
                  <a:pt x="318312" y="287465"/>
                </a:cubicBezTo>
                <a:cubicBezTo>
                  <a:pt x="321170" y="281536"/>
                  <a:pt x="320382" y="274463"/>
                  <a:pt x="316242" y="269320"/>
                </a:cubicBezTo>
                <a:lnTo>
                  <a:pt x="305598" y="256032"/>
                </a:lnTo>
                <a:cubicBezTo>
                  <a:pt x="285380" y="230670"/>
                  <a:pt x="274308" y="199167"/>
                  <a:pt x="274308" y="166735"/>
                </a:cubicBezTo>
                <a:lnTo>
                  <a:pt x="274308" y="148590"/>
                </a:lnTo>
                <a:cubicBezTo>
                  <a:pt x="274308" y="93298"/>
                  <a:pt x="235017" y="47150"/>
                  <a:pt x="182869" y="36576"/>
                </a:cubicBezTo>
                <a:lnTo>
                  <a:pt x="182869" y="22860"/>
                </a:lnTo>
                <a:cubicBezTo>
                  <a:pt x="182869" y="10216"/>
                  <a:pt x="172654" y="0"/>
                  <a:pt x="160007" y="0"/>
                </a:cubicBezTo>
                <a:lnTo>
                  <a:pt x="160004" y="0"/>
                </a:lnTo>
                <a:moveTo>
                  <a:pt x="160004" y="68580"/>
                </a:moveTo>
                <a:cubicBezTo>
                  <a:pt x="204223" y="68580"/>
                  <a:pt x="240012" y="104370"/>
                  <a:pt x="240012" y="148590"/>
                </a:cubicBezTo>
                <a:lnTo>
                  <a:pt x="240012" y="166735"/>
                </a:lnTo>
                <a:cubicBezTo>
                  <a:pt x="240012" y="200952"/>
                  <a:pt x="249942" y="234317"/>
                  <a:pt x="268371" y="262890"/>
                </a:cubicBezTo>
                <a:lnTo>
                  <a:pt x="51630" y="262890"/>
                </a:lnTo>
                <a:cubicBezTo>
                  <a:pt x="70062" y="234317"/>
                  <a:pt x="79989" y="200952"/>
                  <a:pt x="79989" y="166735"/>
                </a:cubicBezTo>
                <a:lnTo>
                  <a:pt x="79989" y="148590"/>
                </a:lnTo>
                <a:cubicBezTo>
                  <a:pt x="79989" y="104370"/>
                  <a:pt x="115779" y="68580"/>
                  <a:pt x="159997" y="68580"/>
                </a:cubicBezTo>
                <a:lnTo>
                  <a:pt x="160004" y="68580"/>
                </a:lnTo>
                <a:moveTo>
                  <a:pt x="205724" y="320040"/>
                </a:moveTo>
                <a:lnTo>
                  <a:pt x="160004" y="320040"/>
                </a:lnTo>
                <a:lnTo>
                  <a:pt x="114285" y="320040"/>
                </a:lnTo>
                <a:cubicBezTo>
                  <a:pt x="114285" y="332183"/>
                  <a:pt x="119072" y="343829"/>
                  <a:pt x="127645" y="352402"/>
                </a:cubicBezTo>
                <a:cubicBezTo>
                  <a:pt x="136218" y="360976"/>
                  <a:pt x="147863" y="365760"/>
                  <a:pt x="160007" y="365760"/>
                </a:cubicBezTo>
                <a:cubicBezTo>
                  <a:pt x="172152" y="365760"/>
                  <a:pt x="183797" y="360972"/>
                  <a:pt x="192370" y="352402"/>
                </a:cubicBezTo>
                <a:cubicBezTo>
                  <a:pt x="200943" y="343829"/>
                  <a:pt x="205730" y="332187"/>
                  <a:pt x="205730" y="320040"/>
                </a:cubicBezTo>
                <a:lnTo>
                  <a:pt x="205724" y="32004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78886" y="23453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523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Herramientas como Jira, Bugzilla y Mantis permiten documentar, categorizar, priorizar y seguir la resolución de problemas detectados.</a:t>
            </a:r>
            <a:endParaRPr lang="en-US" sz="1523"/>
          </a:p>
        </p:txBody>
      </p:sp>
      <p:sp>
        <p:nvSpPr>
          <p:cNvPr id="22" name="Text 20"/>
          <p:cNvSpPr/>
          <p:nvPr/>
        </p:nvSpPr>
        <p:spPr>
          <a:xfrm>
            <a:off x="7878886" y="18723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7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Herramientas para la gestión</a:t>
            </a:r>
            <a:endParaRPr lang="en-US" sz="1677"/>
          </a:p>
        </p:txBody>
      </p:sp>
      <p:sp>
        <p:nvSpPr>
          <p:cNvPr id="23" name="Text 21"/>
          <p:cNvSpPr/>
          <p:nvPr/>
        </p:nvSpPr>
        <p:spPr>
          <a:xfrm>
            <a:off x="7878904" y="1426698"/>
            <a:ext cx="365724" cy="365760"/>
          </a:xfrm>
          <a:custGeom>
            <a:avLst/>
            <a:gdLst/>
            <a:ahLst/>
            <a:cxnLst/>
            <a:rect l="l" t="t" r="r" b="b"/>
            <a:pathLst>
              <a:path w="365724" h="365760">
                <a:moveTo>
                  <a:pt x="182862" y="0"/>
                </a:moveTo>
                <a:cubicBezTo>
                  <a:pt x="220722" y="0"/>
                  <a:pt x="251436" y="30717"/>
                  <a:pt x="251436" y="68573"/>
                </a:cubicBezTo>
                <a:lnTo>
                  <a:pt x="251436" y="71144"/>
                </a:lnTo>
                <a:cubicBezTo>
                  <a:pt x="251436" y="82358"/>
                  <a:pt x="242366" y="91429"/>
                  <a:pt x="231149" y="91429"/>
                </a:cubicBezTo>
                <a:lnTo>
                  <a:pt x="134645" y="91429"/>
                </a:lnTo>
                <a:cubicBezTo>
                  <a:pt x="123432" y="91429"/>
                  <a:pt x="114358" y="82358"/>
                  <a:pt x="114358" y="71144"/>
                </a:cubicBezTo>
                <a:lnTo>
                  <a:pt x="114358" y="68573"/>
                </a:lnTo>
                <a:cubicBezTo>
                  <a:pt x="114358" y="30713"/>
                  <a:pt x="145072" y="0"/>
                  <a:pt x="182932" y="0"/>
                </a:cubicBezTo>
                <a:lnTo>
                  <a:pt x="182862" y="0"/>
                </a:lnTo>
                <a:moveTo>
                  <a:pt x="27857" y="73573"/>
                </a:moveTo>
                <a:cubicBezTo>
                  <a:pt x="34572" y="66857"/>
                  <a:pt x="45430" y="66857"/>
                  <a:pt x="52072" y="73573"/>
                </a:cubicBezTo>
                <a:lnTo>
                  <a:pt x="103789" y="125287"/>
                </a:lnTo>
                <a:cubicBezTo>
                  <a:pt x="115218" y="118360"/>
                  <a:pt x="128574" y="114285"/>
                  <a:pt x="142863" y="114285"/>
                </a:cubicBezTo>
                <a:lnTo>
                  <a:pt x="222865" y="114285"/>
                </a:lnTo>
                <a:cubicBezTo>
                  <a:pt x="237150" y="114285"/>
                  <a:pt x="250510" y="118356"/>
                  <a:pt x="261866" y="125357"/>
                </a:cubicBezTo>
                <a:lnTo>
                  <a:pt x="313583" y="73569"/>
                </a:lnTo>
                <a:cubicBezTo>
                  <a:pt x="320298" y="66854"/>
                  <a:pt x="331156" y="66854"/>
                  <a:pt x="337798" y="73569"/>
                </a:cubicBezTo>
                <a:cubicBezTo>
                  <a:pt x="344439" y="80284"/>
                  <a:pt x="344512" y="91140"/>
                  <a:pt x="337798" y="97782"/>
                </a:cubicBezTo>
                <a:lnTo>
                  <a:pt x="286081" y="149497"/>
                </a:lnTo>
                <a:cubicBezTo>
                  <a:pt x="293081" y="160927"/>
                  <a:pt x="297151" y="174285"/>
                  <a:pt x="297151" y="188571"/>
                </a:cubicBezTo>
                <a:lnTo>
                  <a:pt x="348583" y="188571"/>
                </a:lnTo>
                <a:cubicBezTo>
                  <a:pt x="358084" y="188571"/>
                  <a:pt x="365728" y="196216"/>
                  <a:pt x="365728" y="205714"/>
                </a:cubicBezTo>
                <a:cubicBezTo>
                  <a:pt x="365728" y="215213"/>
                  <a:pt x="358084" y="222858"/>
                  <a:pt x="348587" y="222858"/>
                </a:cubicBezTo>
                <a:lnTo>
                  <a:pt x="297158" y="222858"/>
                </a:lnTo>
                <a:lnTo>
                  <a:pt x="297158" y="228571"/>
                </a:lnTo>
                <a:cubicBezTo>
                  <a:pt x="297158" y="248000"/>
                  <a:pt x="292302" y="266284"/>
                  <a:pt x="283729" y="282359"/>
                </a:cubicBezTo>
                <a:lnTo>
                  <a:pt x="337874" y="336433"/>
                </a:lnTo>
                <a:cubicBezTo>
                  <a:pt x="344589" y="343149"/>
                  <a:pt x="344589" y="354005"/>
                  <a:pt x="337874" y="360647"/>
                </a:cubicBezTo>
                <a:cubicBezTo>
                  <a:pt x="331160" y="367289"/>
                  <a:pt x="320301" y="367362"/>
                  <a:pt x="313660" y="360647"/>
                </a:cubicBezTo>
                <a:lnTo>
                  <a:pt x="263014" y="310004"/>
                </a:lnTo>
                <a:cubicBezTo>
                  <a:pt x="242369" y="330362"/>
                  <a:pt x="214084" y="342860"/>
                  <a:pt x="182870" y="342860"/>
                </a:cubicBezTo>
                <a:cubicBezTo>
                  <a:pt x="151655" y="342860"/>
                  <a:pt x="123366" y="330358"/>
                  <a:pt x="102725" y="310073"/>
                </a:cubicBezTo>
                <a:lnTo>
                  <a:pt x="52152" y="360716"/>
                </a:lnTo>
                <a:cubicBezTo>
                  <a:pt x="45438" y="367432"/>
                  <a:pt x="34579" y="367432"/>
                  <a:pt x="27938" y="360716"/>
                </a:cubicBezTo>
                <a:cubicBezTo>
                  <a:pt x="21296" y="354001"/>
                  <a:pt x="21223" y="343145"/>
                  <a:pt x="27938" y="336503"/>
                </a:cubicBezTo>
                <a:lnTo>
                  <a:pt x="82083" y="282359"/>
                </a:lnTo>
                <a:cubicBezTo>
                  <a:pt x="73441" y="266288"/>
                  <a:pt x="68584" y="248000"/>
                  <a:pt x="68584" y="228571"/>
                </a:cubicBezTo>
                <a:lnTo>
                  <a:pt x="68584" y="222858"/>
                </a:lnTo>
                <a:lnTo>
                  <a:pt x="17156" y="222858"/>
                </a:lnTo>
                <a:cubicBezTo>
                  <a:pt x="7655" y="222858"/>
                  <a:pt x="15" y="215213"/>
                  <a:pt x="15" y="205714"/>
                </a:cubicBezTo>
                <a:cubicBezTo>
                  <a:pt x="15" y="196216"/>
                  <a:pt x="7658" y="188571"/>
                  <a:pt x="17160" y="188571"/>
                </a:cubicBezTo>
                <a:lnTo>
                  <a:pt x="68592" y="188571"/>
                </a:lnTo>
                <a:cubicBezTo>
                  <a:pt x="68592" y="174285"/>
                  <a:pt x="72662" y="160927"/>
                  <a:pt x="79662" y="149570"/>
                </a:cubicBezTo>
                <a:lnTo>
                  <a:pt x="27875" y="97855"/>
                </a:lnTo>
                <a:cubicBezTo>
                  <a:pt x="21161" y="91140"/>
                  <a:pt x="21161" y="80284"/>
                  <a:pt x="27875" y="73642"/>
                </a:cubicBezTo>
                <a:lnTo>
                  <a:pt x="27857" y="73573"/>
                </a:lnTo>
                <a:moveTo>
                  <a:pt x="102860" y="188575"/>
                </a:moveTo>
                <a:lnTo>
                  <a:pt x="102860" y="228574"/>
                </a:lnTo>
                <a:cubicBezTo>
                  <a:pt x="102860" y="266862"/>
                  <a:pt x="129788" y="298862"/>
                  <a:pt x="165721" y="306719"/>
                </a:cubicBezTo>
                <a:lnTo>
                  <a:pt x="165721" y="200001"/>
                </a:lnTo>
                <a:cubicBezTo>
                  <a:pt x="165721" y="190502"/>
                  <a:pt x="173364" y="182858"/>
                  <a:pt x="182866" y="182858"/>
                </a:cubicBezTo>
                <a:cubicBezTo>
                  <a:pt x="192367" y="182858"/>
                  <a:pt x="200011" y="190502"/>
                  <a:pt x="200011" y="200001"/>
                </a:cubicBezTo>
                <a:lnTo>
                  <a:pt x="200011" y="306719"/>
                </a:lnTo>
                <a:cubicBezTo>
                  <a:pt x="235940" y="298862"/>
                  <a:pt x="262872" y="266862"/>
                  <a:pt x="262872" y="228574"/>
                </a:cubicBezTo>
                <a:lnTo>
                  <a:pt x="262872" y="188575"/>
                </a:lnTo>
                <a:cubicBezTo>
                  <a:pt x="262872" y="166501"/>
                  <a:pt x="244944" y="148575"/>
                  <a:pt x="222873" y="148575"/>
                </a:cubicBezTo>
                <a:lnTo>
                  <a:pt x="142870" y="148575"/>
                </a:lnTo>
                <a:cubicBezTo>
                  <a:pt x="120799" y="148575"/>
                  <a:pt x="102871" y="166505"/>
                  <a:pt x="102871" y="188575"/>
                </a:cubicBezTo>
                <a:lnTo>
                  <a:pt x="102860" y="18857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55526" y="23453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523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Registrar y gestionar incidencias es fundamental para mantener la calidad del software.</a:t>
            </a:r>
            <a:endParaRPr lang="en-US" sz="1523"/>
          </a:p>
        </p:txBody>
      </p:sp>
      <p:sp>
        <p:nvSpPr>
          <p:cNvPr id="25" name="Text 23"/>
          <p:cNvSpPr/>
          <p:nvPr/>
        </p:nvSpPr>
        <p:spPr>
          <a:xfrm>
            <a:off x="3855526" y="18723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7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Importancia de registrar incidencias</a:t>
            </a:r>
            <a:endParaRPr lang="en-US" sz="1677"/>
          </a:p>
        </p:txBody>
      </p:sp>
      <p:sp>
        <p:nvSpPr>
          <p:cNvPr id="26" name="Text 24"/>
          <p:cNvSpPr/>
          <p:nvPr/>
        </p:nvSpPr>
        <p:spPr>
          <a:xfrm>
            <a:off x="4012280" y="1426698"/>
            <a:ext cx="52251" cy="365760"/>
          </a:xfrm>
          <a:custGeom>
            <a:avLst/>
            <a:gdLst/>
            <a:ahLst/>
            <a:cxnLst/>
            <a:rect l="l" t="t" r="r" b="b"/>
            <a:pathLst>
              <a:path w="52251" h="365760">
                <a:moveTo>
                  <a:pt x="45720" y="19594"/>
                </a:moveTo>
                <a:cubicBezTo>
                  <a:pt x="45720" y="8734"/>
                  <a:pt x="36984" y="0"/>
                  <a:pt x="26126" y="0"/>
                </a:cubicBezTo>
                <a:cubicBezTo>
                  <a:pt x="15267" y="0"/>
                  <a:pt x="6531" y="8734"/>
                  <a:pt x="6531" y="19594"/>
                </a:cubicBezTo>
                <a:lnTo>
                  <a:pt x="6531" y="254726"/>
                </a:lnTo>
                <a:cubicBezTo>
                  <a:pt x="6531" y="265586"/>
                  <a:pt x="15267" y="274320"/>
                  <a:pt x="26126" y="274320"/>
                </a:cubicBezTo>
                <a:cubicBezTo>
                  <a:pt x="36984" y="274320"/>
                  <a:pt x="45720" y="265586"/>
                  <a:pt x="45720" y="254726"/>
                </a:cubicBezTo>
                <a:lnTo>
                  <a:pt x="45720" y="19594"/>
                </a:lnTo>
                <a:moveTo>
                  <a:pt x="26126" y="365760"/>
                </a:moveTo>
                <a:cubicBezTo>
                  <a:pt x="40554" y="365760"/>
                  <a:pt x="52251" y="354063"/>
                  <a:pt x="52251" y="339634"/>
                </a:cubicBezTo>
                <a:cubicBezTo>
                  <a:pt x="52251" y="325205"/>
                  <a:pt x="40554" y="313508"/>
                  <a:pt x="26126" y="313508"/>
                </a:cubicBezTo>
                <a:cubicBezTo>
                  <a:pt x="11697" y="313508"/>
                  <a:pt x="0" y="325205"/>
                  <a:pt x="0" y="339634"/>
                </a:cubicBezTo>
                <a:cubicBezTo>
                  <a:pt x="0" y="354063"/>
                  <a:pt x="11697" y="365760"/>
                  <a:pt x="26126" y="36576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7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83373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739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2105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4718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43318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74"/>
              </a:spcBef>
              <a:buNone/>
            </a:pPr>
            <a:r>
              <a:rPr lang="en-US" sz="1168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Adoptar metodologías estándar garantiza un desarrollo profesional y alineado con las mejores prácticas del sector.</a:t>
            </a:r>
            <a:endParaRPr lang="en-US" sz="1168"/>
          </a:p>
        </p:txBody>
      </p:sp>
      <p:sp>
        <p:nvSpPr>
          <p:cNvPr id="9" name="Text 7"/>
          <p:cNvSpPr/>
          <p:nvPr/>
        </p:nvSpPr>
        <p:spPr>
          <a:xfrm>
            <a:off x="9643318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8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Adopción de metodologías estándar</a:t>
            </a:r>
            <a:endParaRPr lang="en-US" sz="1168"/>
          </a:p>
        </p:txBody>
      </p:sp>
      <p:sp>
        <p:nvSpPr>
          <p:cNvPr id="10" name="Text 8"/>
          <p:cNvSpPr/>
          <p:nvPr/>
        </p:nvSpPr>
        <p:spPr>
          <a:xfrm>
            <a:off x="7449659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74"/>
              </a:spcBef>
              <a:buNone/>
            </a:pPr>
            <a:r>
              <a:rPr lang="en-US" sz="1168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El seguimiento sistemático de incidencias asegura calidad sostenible y facilita mejoras continuas.</a:t>
            </a:r>
            <a:endParaRPr lang="en-US" sz="1168"/>
          </a:p>
        </p:txBody>
      </p:sp>
      <p:sp>
        <p:nvSpPr>
          <p:cNvPr id="11" name="Text 9"/>
          <p:cNvSpPr/>
          <p:nvPr/>
        </p:nvSpPr>
        <p:spPr>
          <a:xfrm>
            <a:off x="7449659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8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Seguimiento sistemático de incidencias</a:t>
            </a:r>
            <a:endParaRPr lang="en-US" sz="1168"/>
          </a:p>
        </p:txBody>
      </p:sp>
      <p:sp>
        <p:nvSpPr>
          <p:cNvPr id="12" name="Text 10"/>
          <p:cNvSpPr/>
          <p:nvPr/>
        </p:nvSpPr>
        <p:spPr>
          <a:xfrm>
            <a:off x="525599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74"/>
              </a:spcBef>
              <a:buNone/>
            </a:pPr>
            <a:r>
              <a:rPr lang="en-US" sz="1168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Una planificación estructurada, junto con un seguimiento sistemático de incidencias, asegura calidad sostenible y facilita mejoras continuas.</a:t>
            </a:r>
            <a:endParaRPr lang="en-US" sz="1168"/>
          </a:p>
        </p:txBody>
      </p:sp>
      <p:sp>
        <p:nvSpPr>
          <p:cNvPr id="13" name="Text 11"/>
          <p:cNvSpPr/>
          <p:nvPr/>
        </p:nvSpPr>
        <p:spPr>
          <a:xfrm>
            <a:off x="525599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8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Planificación estructurada</a:t>
            </a:r>
            <a:endParaRPr lang="en-US" sz="1168"/>
          </a:p>
        </p:txBody>
      </p:sp>
      <p:sp>
        <p:nvSpPr>
          <p:cNvPr id="14" name="Text 12"/>
          <p:cNvSpPr/>
          <p:nvPr/>
        </p:nvSpPr>
        <p:spPr>
          <a:xfrm>
            <a:off x="306233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74"/>
              </a:spcBef>
              <a:buNone/>
            </a:pPr>
            <a:r>
              <a:rPr lang="en-US" sz="1168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 automatización y el uso de dobles de prueba mejoran cobertura y eficiencia.</a:t>
            </a:r>
            <a:endParaRPr lang="en-US" sz="1168"/>
          </a:p>
        </p:txBody>
      </p:sp>
      <p:sp>
        <p:nvSpPr>
          <p:cNvPr id="15" name="Text 13"/>
          <p:cNvSpPr/>
          <p:nvPr/>
        </p:nvSpPr>
        <p:spPr>
          <a:xfrm>
            <a:off x="306233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8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Automatización y dobles de prueba</a:t>
            </a:r>
            <a:endParaRPr lang="en-US" sz="1168"/>
          </a:p>
        </p:txBody>
      </p:sp>
      <p:sp>
        <p:nvSpPr>
          <p:cNvPr id="16" name="Text 14"/>
          <p:cNvSpPr/>
          <p:nvPr/>
        </p:nvSpPr>
        <p:spPr>
          <a:xfrm>
            <a:off x="827701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74"/>
              </a:spcBef>
              <a:buNone/>
            </a:pPr>
            <a:r>
              <a:rPr lang="en-US" sz="1168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El proceso de pruebas abarca pruebas unitarias, integración, funcionales y de rendimiento, con énfasis en la detección temprana y documentación rigurosa.</a:t>
            </a:r>
            <a:endParaRPr lang="en-US" sz="1168"/>
          </a:p>
        </p:txBody>
      </p:sp>
      <p:sp>
        <p:nvSpPr>
          <p:cNvPr id="17" name="Text 15"/>
          <p:cNvSpPr/>
          <p:nvPr/>
        </p:nvSpPr>
        <p:spPr>
          <a:xfrm>
            <a:off x="827701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8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Abarcamiento del proceso de pruebas</a:t>
            </a:r>
            <a:endParaRPr lang="en-US" sz="1168"/>
          </a:p>
        </p:txBody>
      </p:sp>
      <p:sp>
        <p:nvSpPr>
          <p:cNvPr id="18" name="Text 16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spcBef>
                <a:spcPts val="1000"/>
              </a:spcBef>
            </a:pPr>
            <a:r>
              <a:rPr lang="en-US" sz="2400" dirty="0" err="1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Resumen</a:t>
            </a:r>
            <a:r>
              <a:rPr lang="en-US" sz="2400" dirty="0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buenas</a:t>
            </a:r>
            <a:r>
              <a:rPr lang="en-US" sz="2400" dirty="0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prácticas</a:t>
            </a:r>
            <a:r>
              <a:rPr lang="en-US" sz="2400" dirty="0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en</a:t>
            </a:r>
            <a:r>
              <a:rPr lang="en-US" sz="2400" dirty="0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diseño</a:t>
            </a:r>
            <a:r>
              <a:rPr lang="en-US" sz="2400" dirty="0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 y </a:t>
            </a:r>
            <a:r>
              <a:rPr lang="en-US" sz="2400" dirty="0" err="1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realización</a:t>
            </a:r>
            <a:r>
              <a:rPr lang="en-US" sz="2400" dirty="0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Figtree SemiBold"/>
                <a:ea typeface="Figtree SemiBold"/>
                <a:cs typeface="Figtree SemiBold" pitchFamily="34" charset="-120"/>
              </a:rPr>
              <a:t>pruebas</a:t>
            </a:r>
            <a:endParaRPr lang="en-US" sz="2400" dirty="0" err="1">
              <a:latin typeface="Figtree SemiBold"/>
              <a:ea typeface="Figtree SemiBol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21" name="Text 19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22" name="Text 20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/>
                <a:ea typeface="Figtree Regular"/>
              </a:rPr>
              <a:t>11</a:t>
            </a:r>
            <a:endParaRPr lang="en-US" sz="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43318" y="17160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27672" y="87307"/>
                </a:moveTo>
                <a:cubicBezTo>
                  <a:pt x="135675" y="82662"/>
                  <a:pt x="141461" y="75017"/>
                  <a:pt x="143747" y="66016"/>
                </a:cubicBezTo>
                <a:lnTo>
                  <a:pt x="147533" y="51086"/>
                </a:lnTo>
                <a:lnTo>
                  <a:pt x="158250" y="62161"/>
                </a:lnTo>
                <a:cubicBezTo>
                  <a:pt x="164680" y="68807"/>
                  <a:pt x="173538" y="72519"/>
                  <a:pt x="182829" y="72519"/>
                </a:cubicBezTo>
                <a:cubicBezTo>
                  <a:pt x="192115" y="72519"/>
                  <a:pt x="200978" y="68803"/>
                  <a:pt x="207408" y="62161"/>
                </a:cubicBezTo>
                <a:lnTo>
                  <a:pt x="218125" y="51086"/>
                </a:lnTo>
                <a:lnTo>
                  <a:pt x="221910" y="66016"/>
                </a:lnTo>
                <a:cubicBezTo>
                  <a:pt x="224196" y="75017"/>
                  <a:pt x="229983" y="82662"/>
                  <a:pt x="237985" y="87307"/>
                </a:cubicBezTo>
                <a:cubicBezTo>
                  <a:pt x="245988" y="91952"/>
                  <a:pt x="255560" y="93093"/>
                  <a:pt x="264419" y="90595"/>
                </a:cubicBezTo>
                <a:lnTo>
                  <a:pt x="279280" y="86382"/>
                </a:lnTo>
                <a:lnTo>
                  <a:pt x="275066" y="101242"/>
                </a:lnTo>
                <a:cubicBezTo>
                  <a:pt x="272564" y="110174"/>
                  <a:pt x="273709" y="119677"/>
                  <a:pt x="278354" y="127676"/>
                </a:cubicBezTo>
                <a:cubicBezTo>
                  <a:pt x="282999" y="135679"/>
                  <a:pt x="290644" y="141465"/>
                  <a:pt x="299645" y="143751"/>
                </a:cubicBezTo>
                <a:lnTo>
                  <a:pt x="314576" y="147537"/>
                </a:lnTo>
                <a:lnTo>
                  <a:pt x="303500" y="158253"/>
                </a:lnTo>
                <a:cubicBezTo>
                  <a:pt x="296854" y="164683"/>
                  <a:pt x="293142" y="173542"/>
                  <a:pt x="293142" y="182832"/>
                </a:cubicBezTo>
                <a:cubicBezTo>
                  <a:pt x="293142" y="192119"/>
                  <a:pt x="296858" y="200982"/>
                  <a:pt x="303500" y="207412"/>
                </a:cubicBezTo>
                <a:lnTo>
                  <a:pt x="314576" y="218128"/>
                </a:lnTo>
                <a:lnTo>
                  <a:pt x="299645" y="221914"/>
                </a:lnTo>
                <a:cubicBezTo>
                  <a:pt x="290644" y="224200"/>
                  <a:pt x="282999" y="229986"/>
                  <a:pt x="278354" y="237989"/>
                </a:cubicBezTo>
                <a:cubicBezTo>
                  <a:pt x="273709" y="245992"/>
                  <a:pt x="272568" y="255564"/>
                  <a:pt x="275066" y="264423"/>
                </a:cubicBezTo>
                <a:lnTo>
                  <a:pt x="279280" y="279283"/>
                </a:lnTo>
                <a:lnTo>
                  <a:pt x="264419" y="275070"/>
                </a:lnTo>
                <a:cubicBezTo>
                  <a:pt x="255487" y="272568"/>
                  <a:pt x="245985" y="273713"/>
                  <a:pt x="237985" y="278358"/>
                </a:cubicBezTo>
                <a:cubicBezTo>
                  <a:pt x="229983" y="283003"/>
                  <a:pt x="224196" y="290648"/>
                  <a:pt x="221910" y="299649"/>
                </a:cubicBezTo>
                <a:lnTo>
                  <a:pt x="218125" y="314579"/>
                </a:lnTo>
                <a:lnTo>
                  <a:pt x="207408" y="303504"/>
                </a:lnTo>
                <a:cubicBezTo>
                  <a:pt x="200978" y="296858"/>
                  <a:pt x="192119" y="293146"/>
                  <a:pt x="182829" y="293146"/>
                </a:cubicBezTo>
                <a:cubicBezTo>
                  <a:pt x="173542" y="293146"/>
                  <a:pt x="164680" y="296862"/>
                  <a:pt x="158250" y="303504"/>
                </a:cubicBezTo>
                <a:lnTo>
                  <a:pt x="147533" y="314579"/>
                </a:lnTo>
                <a:lnTo>
                  <a:pt x="143747" y="299649"/>
                </a:lnTo>
                <a:cubicBezTo>
                  <a:pt x="141461" y="290648"/>
                  <a:pt x="135675" y="283003"/>
                  <a:pt x="127672" y="278358"/>
                </a:cubicBezTo>
                <a:cubicBezTo>
                  <a:pt x="119669" y="273713"/>
                  <a:pt x="110097" y="272572"/>
                  <a:pt x="101239" y="275070"/>
                </a:cubicBezTo>
                <a:lnTo>
                  <a:pt x="86378" y="279283"/>
                </a:lnTo>
                <a:lnTo>
                  <a:pt x="90591" y="264423"/>
                </a:lnTo>
                <a:cubicBezTo>
                  <a:pt x="93093" y="255491"/>
                  <a:pt x="91948" y="245988"/>
                  <a:pt x="87303" y="237989"/>
                </a:cubicBezTo>
                <a:cubicBezTo>
                  <a:pt x="82658" y="229986"/>
                  <a:pt x="75014" y="224200"/>
                  <a:pt x="66012" y="221914"/>
                </a:cubicBezTo>
                <a:lnTo>
                  <a:pt x="51082" y="218128"/>
                </a:lnTo>
                <a:lnTo>
                  <a:pt x="62157" y="207412"/>
                </a:lnTo>
                <a:cubicBezTo>
                  <a:pt x="68803" y="200982"/>
                  <a:pt x="72516" y="192123"/>
                  <a:pt x="72516" y="182832"/>
                </a:cubicBezTo>
                <a:cubicBezTo>
                  <a:pt x="72516" y="173546"/>
                  <a:pt x="68799" y="164683"/>
                  <a:pt x="62157" y="158253"/>
                </a:cubicBezTo>
                <a:lnTo>
                  <a:pt x="51082" y="147537"/>
                </a:lnTo>
                <a:lnTo>
                  <a:pt x="66012" y="143751"/>
                </a:lnTo>
                <a:cubicBezTo>
                  <a:pt x="75014" y="141465"/>
                  <a:pt x="82658" y="135679"/>
                  <a:pt x="87303" y="127676"/>
                </a:cubicBezTo>
                <a:cubicBezTo>
                  <a:pt x="91948" y="119673"/>
                  <a:pt x="93090" y="110101"/>
                  <a:pt x="90591" y="101242"/>
                </a:cubicBezTo>
                <a:lnTo>
                  <a:pt x="86378" y="86382"/>
                </a:lnTo>
                <a:lnTo>
                  <a:pt x="101239" y="90595"/>
                </a:lnTo>
                <a:cubicBezTo>
                  <a:pt x="110171" y="93097"/>
                  <a:pt x="119673" y="91952"/>
                  <a:pt x="127745" y="87307"/>
                </a:cubicBezTo>
                <a:lnTo>
                  <a:pt x="127672" y="87307"/>
                </a:lnTo>
                <a:moveTo>
                  <a:pt x="158967" y="13646"/>
                </a:moveTo>
                <a:lnTo>
                  <a:pt x="150752" y="5216"/>
                </a:lnTo>
                <a:cubicBezTo>
                  <a:pt x="146465" y="713"/>
                  <a:pt x="140035" y="-999"/>
                  <a:pt x="134033" y="571"/>
                </a:cubicBezTo>
                <a:cubicBezTo>
                  <a:pt x="128031" y="2143"/>
                  <a:pt x="123389" y="6927"/>
                  <a:pt x="121816" y="12930"/>
                </a:cubicBezTo>
                <a:lnTo>
                  <a:pt x="118960" y="24290"/>
                </a:lnTo>
                <a:lnTo>
                  <a:pt x="110529" y="57585"/>
                </a:lnTo>
                <a:lnTo>
                  <a:pt x="77523" y="48225"/>
                </a:lnTo>
                <a:lnTo>
                  <a:pt x="66236" y="45083"/>
                </a:lnTo>
                <a:cubicBezTo>
                  <a:pt x="60234" y="43368"/>
                  <a:pt x="53803" y="45083"/>
                  <a:pt x="49447" y="49443"/>
                </a:cubicBezTo>
                <a:cubicBezTo>
                  <a:pt x="45087" y="53803"/>
                  <a:pt x="43376" y="60233"/>
                  <a:pt x="45087" y="66232"/>
                </a:cubicBezTo>
                <a:lnTo>
                  <a:pt x="48302" y="77519"/>
                </a:lnTo>
                <a:lnTo>
                  <a:pt x="57662" y="110525"/>
                </a:lnTo>
                <a:lnTo>
                  <a:pt x="24367" y="118956"/>
                </a:lnTo>
                <a:lnTo>
                  <a:pt x="13007" y="121813"/>
                </a:lnTo>
                <a:cubicBezTo>
                  <a:pt x="7005" y="123312"/>
                  <a:pt x="2290" y="128027"/>
                  <a:pt x="648" y="134029"/>
                </a:cubicBezTo>
                <a:cubicBezTo>
                  <a:pt x="-995" y="140031"/>
                  <a:pt x="721" y="146461"/>
                  <a:pt x="5220" y="150748"/>
                </a:cubicBezTo>
                <a:lnTo>
                  <a:pt x="13650" y="158963"/>
                </a:lnTo>
                <a:lnTo>
                  <a:pt x="38229" y="182898"/>
                </a:lnTo>
                <a:lnTo>
                  <a:pt x="13650" y="206833"/>
                </a:lnTo>
                <a:lnTo>
                  <a:pt x="5220" y="215048"/>
                </a:lnTo>
                <a:cubicBezTo>
                  <a:pt x="717" y="219335"/>
                  <a:pt x="-995" y="225765"/>
                  <a:pt x="574" y="231767"/>
                </a:cubicBezTo>
                <a:cubicBezTo>
                  <a:pt x="2147" y="237769"/>
                  <a:pt x="6931" y="242411"/>
                  <a:pt x="12934" y="243984"/>
                </a:cubicBezTo>
                <a:lnTo>
                  <a:pt x="24294" y="246840"/>
                </a:lnTo>
                <a:lnTo>
                  <a:pt x="57516" y="255271"/>
                </a:lnTo>
                <a:lnTo>
                  <a:pt x="48229" y="288277"/>
                </a:lnTo>
                <a:lnTo>
                  <a:pt x="45014" y="299564"/>
                </a:lnTo>
                <a:cubicBezTo>
                  <a:pt x="43299" y="305567"/>
                  <a:pt x="45014" y="311997"/>
                  <a:pt x="49374" y="316353"/>
                </a:cubicBezTo>
                <a:cubicBezTo>
                  <a:pt x="53734" y="320713"/>
                  <a:pt x="60164" y="322424"/>
                  <a:pt x="66162" y="320713"/>
                </a:cubicBezTo>
                <a:lnTo>
                  <a:pt x="77450" y="317498"/>
                </a:lnTo>
                <a:lnTo>
                  <a:pt x="110456" y="308138"/>
                </a:lnTo>
                <a:lnTo>
                  <a:pt x="118887" y="341360"/>
                </a:lnTo>
                <a:lnTo>
                  <a:pt x="121743" y="352720"/>
                </a:lnTo>
                <a:cubicBezTo>
                  <a:pt x="123243" y="358722"/>
                  <a:pt x="127958" y="363437"/>
                  <a:pt x="133960" y="365079"/>
                </a:cubicBezTo>
                <a:cubicBezTo>
                  <a:pt x="139962" y="366722"/>
                  <a:pt x="146319" y="364937"/>
                  <a:pt x="150679" y="360507"/>
                </a:cubicBezTo>
                <a:lnTo>
                  <a:pt x="158967" y="352219"/>
                </a:lnTo>
                <a:lnTo>
                  <a:pt x="182902" y="327571"/>
                </a:lnTo>
                <a:lnTo>
                  <a:pt x="206837" y="352219"/>
                </a:lnTo>
                <a:lnTo>
                  <a:pt x="215052" y="360577"/>
                </a:lnTo>
                <a:cubicBezTo>
                  <a:pt x="219412" y="365006"/>
                  <a:pt x="225769" y="366791"/>
                  <a:pt x="231771" y="365149"/>
                </a:cubicBezTo>
                <a:cubicBezTo>
                  <a:pt x="237773" y="363507"/>
                  <a:pt x="242415" y="358792"/>
                  <a:pt x="243988" y="352790"/>
                </a:cubicBezTo>
                <a:lnTo>
                  <a:pt x="246844" y="341429"/>
                </a:lnTo>
                <a:lnTo>
                  <a:pt x="255275" y="308207"/>
                </a:lnTo>
                <a:lnTo>
                  <a:pt x="288281" y="317567"/>
                </a:lnTo>
                <a:lnTo>
                  <a:pt x="299568" y="320782"/>
                </a:lnTo>
                <a:cubicBezTo>
                  <a:pt x="305570" y="322498"/>
                  <a:pt x="312001" y="320782"/>
                  <a:pt x="316357" y="316422"/>
                </a:cubicBezTo>
                <a:cubicBezTo>
                  <a:pt x="320717" y="312063"/>
                  <a:pt x="322428" y="305632"/>
                  <a:pt x="320717" y="299634"/>
                </a:cubicBezTo>
                <a:lnTo>
                  <a:pt x="317502" y="288347"/>
                </a:lnTo>
                <a:lnTo>
                  <a:pt x="308142" y="255340"/>
                </a:lnTo>
                <a:lnTo>
                  <a:pt x="341364" y="246910"/>
                </a:lnTo>
                <a:lnTo>
                  <a:pt x="352724" y="244053"/>
                </a:lnTo>
                <a:cubicBezTo>
                  <a:pt x="358726" y="242554"/>
                  <a:pt x="363441" y="237839"/>
                  <a:pt x="365083" y="231837"/>
                </a:cubicBezTo>
                <a:cubicBezTo>
                  <a:pt x="366726" y="225835"/>
                  <a:pt x="364941" y="219405"/>
                  <a:pt x="360511" y="215118"/>
                </a:cubicBezTo>
                <a:lnTo>
                  <a:pt x="352223" y="206830"/>
                </a:lnTo>
                <a:lnTo>
                  <a:pt x="327575" y="182894"/>
                </a:lnTo>
                <a:lnTo>
                  <a:pt x="352223" y="158959"/>
                </a:lnTo>
                <a:lnTo>
                  <a:pt x="360581" y="150744"/>
                </a:lnTo>
                <a:cubicBezTo>
                  <a:pt x="365010" y="146384"/>
                  <a:pt x="366795" y="140027"/>
                  <a:pt x="365153" y="134025"/>
                </a:cubicBezTo>
                <a:cubicBezTo>
                  <a:pt x="363510" y="128023"/>
                  <a:pt x="358796" y="123382"/>
                  <a:pt x="352794" y="121809"/>
                </a:cubicBezTo>
                <a:lnTo>
                  <a:pt x="341433" y="118952"/>
                </a:lnTo>
                <a:lnTo>
                  <a:pt x="308211" y="110522"/>
                </a:lnTo>
                <a:lnTo>
                  <a:pt x="317571" y="77515"/>
                </a:lnTo>
                <a:lnTo>
                  <a:pt x="320786" y="66228"/>
                </a:lnTo>
                <a:cubicBezTo>
                  <a:pt x="322502" y="60226"/>
                  <a:pt x="320786" y="53796"/>
                  <a:pt x="316426" y="49440"/>
                </a:cubicBezTo>
                <a:cubicBezTo>
                  <a:pt x="312066" y="45080"/>
                  <a:pt x="305636" y="43368"/>
                  <a:pt x="299638" y="45080"/>
                </a:cubicBezTo>
                <a:lnTo>
                  <a:pt x="288351" y="48295"/>
                </a:lnTo>
                <a:lnTo>
                  <a:pt x="255271" y="57582"/>
                </a:lnTo>
                <a:lnTo>
                  <a:pt x="246840" y="24360"/>
                </a:lnTo>
                <a:lnTo>
                  <a:pt x="243984" y="12999"/>
                </a:lnTo>
                <a:cubicBezTo>
                  <a:pt x="242484" y="6997"/>
                  <a:pt x="237770" y="2282"/>
                  <a:pt x="231768" y="640"/>
                </a:cubicBezTo>
                <a:cubicBezTo>
                  <a:pt x="225765" y="-1002"/>
                  <a:pt x="219335" y="713"/>
                  <a:pt x="215049" y="5212"/>
                </a:cubicBezTo>
                <a:lnTo>
                  <a:pt x="206834" y="13643"/>
                </a:lnTo>
                <a:lnTo>
                  <a:pt x="182898" y="38222"/>
                </a:lnTo>
                <a:lnTo>
                  <a:pt x="158967" y="1364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49677" y="1716002"/>
            <a:ext cx="365724" cy="365760"/>
          </a:xfrm>
          <a:custGeom>
            <a:avLst/>
            <a:gdLst/>
            <a:ahLst/>
            <a:cxnLst/>
            <a:rect l="l" t="t" r="r" b="b"/>
            <a:pathLst>
              <a:path w="365724" h="365760">
                <a:moveTo>
                  <a:pt x="182862" y="0"/>
                </a:moveTo>
                <a:cubicBezTo>
                  <a:pt x="220722" y="0"/>
                  <a:pt x="251436" y="30717"/>
                  <a:pt x="251436" y="68573"/>
                </a:cubicBezTo>
                <a:lnTo>
                  <a:pt x="251436" y="71144"/>
                </a:lnTo>
                <a:cubicBezTo>
                  <a:pt x="251436" y="82358"/>
                  <a:pt x="242366" y="91429"/>
                  <a:pt x="231149" y="91429"/>
                </a:cubicBezTo>
                <a:lnTo>
                  <a:pt x="134645" y="91429"/>
                </a:lnTo>
                <a:cubicBezTo>
                  <a:pt x="123432" y="91429"/>
                  <a:pt x="114358" y="82358"/>
                  <a:pt x="114358" y="71144"/>
                </a:cubicBezTo>
                <a:lnTo>
                  <a:pt x="114358" y="68573"/>
                </a:lnTo>
                <a:cubicBezTo>
                  <a:pt x="114358" y="30713"/>
                  <a:pt x="145072" y="0"/>
                  <a:pt x="182932" y="0"/>
                </a:cubicBezTo>
                <a:lnTo>
                  <a:pt x="182862" y="0"/>
                </a:lnTo>
                <a:moveTo>
                  <a:pt x="27857" y="73573"/>
                </a:moveTo>
                <a:cubicBezTo>
                  <a:pt x="34572" y="66857"/>
                  <a:pt x="45430" y="66857"/>
                  <a:pt x="52072" y="73573"/>
                </a:cubicBezTo>
                <a:lnTo>
                  <a:pt x="103789" y="125287"/>
                </a:lnTo>
                <a:cubicBezTo>
                  <a:pt x="115218" y="118360"/>
                  <a:pt x="128574" y="114285"/>
                  <a:pt x="142863" y="114285"/>
                </a:cubicBezTo>
                <a:lnTo>
                  <a:pt x="222865" y="114285"/>
                </a:lnTo>
                <a:cubicBezTo>
                  <a:pt x="237150" y="114285"/>
                  <a:pt x="250510" y="118356"/>
                  <a:pt x="261866" y="125357"/>
                </a:cubicBezTo>
                <a:lnTo>
                  <a:pt x="313583" y="73569"/>
                </a:lnTo>
                <a:cubicBezTo>
                  <a:pt x="320298" y="66854"/>
                  <a:pt x="331156" y="66854"/>
                  <a:pt x="337798" y="73569"/>
                </a:cubicBezTo>
                <a:cubicBezTo>
                  <a:pt x="344439" y="80284"/>
                  <a:pt x="344512" y="91140"/>
                  <a:pt x="337798" y="97782"/>
                </a:cubicBezTo>
                <a:lnTo>
                  <a:pt x="286081" y="149497"/>
                </a:lnTo>
                <a:cubicBezTo>
                  <a:pt x="293081" y="160927"/>
                  <a:pt x="297151" y="174285"/>
                  <a:pt x="297151" y="188571"/>
                </a:cubicBezTo>
                <a:lnTo>
                  <a:pt x="348583" y="188571"/>
                </a:lnTo>
                <a:cubicBezTo>
                  <a:pt x="358084" y="188571"/>
                  <a:pt x="365728" y="196216"/>
                  <a:pt x="365728" y="205714"/>
                </a:cubicBezTo>
                <a:cubicBezTo>
                  <a:pt x="365728" y="215213"/>
                  <a:pt x="358084" y="222858"/>
                  <a:pt x="348587" y="222858"/>
                </a:cubicBezTo>
                <a:lnTo>
                  <a:pt x="297158" y="222858"/>
                </a:lnTo>
                <a:lnTo>
                  <a:pt x="297158" y="228571"/>
                </a:lnTo>
                <a:cubicBezTo>
                  <a:pt x="297158" y="248000"/>
                  <a:pt x="292302" y="266284"/>
                  <a:pt x="283729" y="282359"/>
                </a:cubicBezTo>
                <a:lnTo>
                  <a:pt x="337874" y="336433"/>
                </a:lnTo>
                <a:cubicBezTo>
                  <a:pt x="344589" y="343149"/>
                  <a:pt x="344589" y="354005"/>
                  <a:pt x="337874" y="360647"/>
                </a:cubicBezTo>
                <a:cubicBezTo>
                  <a:pt x="331160" y="367289"/>
                  <a:pt x="320301" y="367362"/>
                  <a:pt x="313660" y="360647"/>
                </a:cubicBezTo>
                <a:lnTo>
                  <a:pt x="263014" y="310004"/>
                </a:lnTo>
                <a:cubicBezTo>
                  <a:pt x="242369" y="330362"/>
                  <a:pt x="214084" y="342860"/>
                  <a:pt x="182870" y="342860"/>
                </a:cubicBezTo>
                <a:cubicBezTo>
                  <a:pt x="151655" y="342860"/>
                  <a:pt x="123366" y="330358"/>
                  <a:pt x="102725" y="310073"/>
                </a:cubicBezTo>
                <a:lnTo>
                  <a:pt x="52152" y="360716"/>
                </a:lnTo>
                <a:cubicBezTo>
                  <a:pt x="45438" y="367432"/>
                  <a:pt x="34579" y="367432"/>
                  <a:pt x="27938" y="360716"/>
                </a:cubicBezTo>
                <a:cubicBezTo>
                  <a:pt x="21296" y="354001"/>
                  <a:pt x="21223" y="343145"/>
                  <a:pt x="27938" y="336503"/>
                </a:cubicBezTo>
                <a:lnTo>
                  <a:pt x="82083" y="282359"/>
                </a:lnTo>
                <a:cubicBezTo>
                  <a:pt x="73441" y="266288"/>
                  <a:pt x="68584" y="248000"/>
                  <a:pt x="68584" y="228571"/>
                </a:cubicBezTo>
                <a:lnTo>
                  <a:pt x="68584" y="222858"/>
                </a:lnTo>
                <a:lnTo>
                  <a:pt x="17156" y="222858"/>
                </a:lnTo>
                <a:cubicBezTo>
                  <a:pt x="7655" y="222858"/>
                  <a:pt x="15" y="215213"/>
                  <a:pt x="15" y="205714"/>
                </a:cubicBezTo>
                <a:cubicBezTo>
                  <a:pt x="15" y="196216"/>
                  <a:pt x="7658" y="188571"/>
                  <a:pt x="17160" y="188571"/>
                </a:cubicBezTo>
                <a:lnTo>
                  <a:pt x="68592" y="188571"/>
                </a:lnTo>
                <a:cubicBezTo>
                  <a:pt x="68592" y="174285"/>
                  <a:pt x="72662" y="160927"/>
                  <a:pt x="79662" y="149570"/>
                </a:cubicBezTo>
                <a:lnTo>
                  <a:pt x="27875" y="97855"/>
                </a:lnTo>
                <a:cubicBezTo>
                  <a:pt x="21161" y="91140"/>
                  <a:pt x="21161" y="80284"/>
                  <a:pt x="27875" y="73642"/>
                </a:cubicBezTo>
                <a:lnTo>
                  <a:pt x="27857" y="73573"/>
                </a:lnTo>
                <a:moveTo>
                  <a:pt x="102860" y="188575"/>
                </a:moveTo>
                <a:lnTo>
                  <a:pt x="102860" y="228574"/>
                </a:lnTo>
                <a:cubicBezTo>
                  <a:pt x="102860" y="266862"/>
                  <a:pt x="129788" y="298862"/>
                  <a:pt x="165721" y="306719"/>
                </a:cubicBezTo>
                <a:lnTo>
                  <a:pt x="165721" y="200001"/>
                </a:lnTo>
                <a:cubicBezTo>
                  <a:pt x="165721" y="190502"/>
                  <a:pt x="173364" y="182858"/>
                  <a:pt x="182866" y="182858"/>
                </a:cubicBezTo>
                <a:cubicBezTo>
                  <a:pt x="192367" y="182858"/>
                  <a:pt x="200011" y="190502"/>
                  <a:pt x="200011" y="200001"/>
                </a:cubicBezTo>
                <a:lnTo>
                  <a:pt x="200011" y="306719"/>
                </a:lnTo>
                <a:cubicBezTo>
                  <a:pt x="235940" y="298862"/>
                  <a:pt x="262872" y="266862"/>
                  <a:pt x="262872" y="228574"/>
                </a:cubicBezTo>
                <a:lnTo>
                  <a:pt x="262872" y="188575"/>
                </a:lnTo>
                <a:cubicBezTo>
                  <a:pt x="262872" y="166501"/>
                  <a:pt x="244944" y="148575"/>
                  <a:pt x="222873" y="148575"/>
                </a:cubicBezTo>
                <a:lnTo>
                  <a:pt x="142870" y="148575"/>
                </a:lnTo>
                <a:cubicBezTo>
                  <a:pt x="120799" y="148575"/>
                  <a:pt x="102871" y="166505"/>
                  <a:pt x="102871" y="188575"/>
                </a:cubicBezTo>
                <a:lnTo>
                  <a:pt x="102860" y="18857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1719" y="1716002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00026" y="45720"/>
                </a:moveTo>
                <a:lnTo>
                  <a:pt x="228602" y="45720"/>
                </a:lnTo>
                <a:cubicBezTo>
                  <a:pt x="253820" y="45720"/>
                  <a:pt x="274323" y="66221"/>
                  <a:pt x="274323" y="91440"/>
                </a:cubicBezTo>
                <a:lnTo>
                  <a:pt x="274323" y="320040"/>
                </a:lnTo>
                <a:cubicBezTo>
                  <a:pt x="274323" y="345259"/>
                  <a:pt x="253820" y="365760"/>
                  <a:pt x="228602" y="365760"/>
                </a:cubicBezTo>
                <a:lnTo>
                  <a:pt x="45721" y="365760"/>
                </a:lnTo>
                <a:cubicBezTo>
                  <a:pt x="20503" y="365760"/>
                  <a:pt x="0" y="345259"/>
                  <a:pt x="0" y="320040"/>
                </a:cubicBezTo>
                <a:lnTo>
                  <a:pt x="0" y="91440"/>
                </a:lnTo>
                <a:cubicBezTo>
                  <a:pt x="0" y="66221"/>
                  <a:pt x="20503" y="45720"/>
                  <a:pt x="45721" y="45720"/>
                </a:cubicBezTo>
                <a:lnTo>
                  <a:pt x="74297" y="45720"/>
                </a:lnTo>
                <a:lnTo>
                  <a:pt x="81155" y="45720"/>
                </a:lnTo>
                <a:cubicBezTo>
                  <a:pt x="86441" y="19645"/>
                  <a:pt x="109517" y="0"/>
                  <a:pt x="137163" y="0"/>
                </a:cubicBezTo>
                <a:cubicBezTo>
                  <a:pt x="164809" y="0"/>
                  <a:pt x="187885" y="19645"/>
                  <a:pt x="193171" y="45720"/>
                </a:cubicBezTo>
                <a:lnTo>
                  <a:pt x="200026" y="45720"/>
                </a:lnTo>
                <a:moveTo>
                  <a:pt x="45721" y="80010"/>
                </a:moveTo>
                <a:cubicBezTo>
                  <a:pt x="39434" y="80010"/>
                  <a:pt x="34290" y="85153"/>
                  <a:pt x="34290" y="91440"/>
                </a:cubicBezTo>
                <a:lnTo>
                  <a:pt x="34290" y="320040"/>
                </a:lnTo>
                <a:cubicBezTo>
                  <a:pt x="34290" y="326327"/>
                  <a:pt x="39434" y="331470"/>
                  <a:pt x="45721" y="331470"/>
                </a:cubicBezTo>
                <a:lnTo>
                  <a:pt x="228602" y="331470"/>
                </a:lnTo>
                <a:cubicBezTo>
                  <a:pt x="234889" y="331470"/>
                  <a:pt x="240033" y="326327"/>
                  <a:pt x="240033" y="320040"/>
                </a:cubicBezTo>
                <a:lnTo>
                  <a:pt x="240033" y="91440"/>
                </a:lnTo>
                <a:cubicBezTo>
                  <a:pt x="240033" y="85153"/>
                  <a:pt x="234889" y="80010"/>
                  <a:pt x="228602" y="80010"/>
                </a:cubicBezTo>
                <a:lnTo>
                  <a:pt x="217171" y="80010"/>
                </a:lnTo>
                <a:lnTo>
                  <a:pt x="217171" y="97157"/>
                </a:lnTo>
                <a:cubicBezTo>
                  <a:pt x="217171" y="106659"/>
                  <a:pt x="209528" y="114304"/>
                  <a:pt x="200026" y="114304"/>
                </a:cubicBezTo>
                <a:lnTo>
                  <a:pt x="137160" y="114304"/>
                </a:lnTo>
                <a:lnTo>
                  <a:pt x="74294" y="114304"/>
                </a:lnTo>
                <a:cubicBezTo>
                  <a:pt x="64792" y="114304"/>
                  <a:pt x="57149" y="106659"/>
                  <a:pt x="57149" y="97160"/>
                </a:cubicBezTo>
                <a:lnTo>
                  <a:pt x="57149" y="80017"/>
                </a:lnTo>
                <a:lnTo>
                  <a:pt x="45721" y="80010"/>
                </a:lnTo>
                <a:moveTo>
                  <a:pt x="137160" y="74297"/>
                </a:moveTo>
                <a:cubicBezTo>
                  <a:pt x="146630" y="74297"/>
                  <a:pt x="154305" y="66619"/>
                  <a:pt x="154305" y="57154"/>
                </a:cubicBezTo>
                <a:cubicBezTo>
                  <a:pt x="154305" y="47684"/>
                  <a:pt x="146630" y="40010"/>
                  <a:pt x="137160" y="40010"/>
                </a:cubicBezTo>
                <a:cubicBezTo>
                  <a:pt x="127690" y="40010"/>
                  <a:pt x="120015" y="47688"/>
                  <a:pt x="120015" y="57157"/>
                </a:cubicBezTo>
                <a:cubicBezTo>
                  <a:pt x="120015" y="66627"/>
                  <a:pt x="127690" y="74304"/>
                  <a:pt x="137160" y="74304"/>
                </a:cubicBezTo>
                <a:lnTo>
                  <a:pt x="137160" y="742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62339" y="1752578"/>
            <a:ext cx="365760" cy="292608"/>
          </a:xfrm>
          <a:custGeom>
            <a:avLst/>
            <a:gdLst/>
            <a:ahLst/>
            <a:cxnLst/>
            <a:rect l="l" t="t" r="r" b="b"/>
            <a:pathLst>
              <a:path w="365760" h="292608">
                <a:moveTo>
                  <a:pt x="182880" y="0"/>
                </a:moveTo>
                <a:cubicBezTo>
                  <a:pt x="190480" y="0"/>
                  <a:pt x="196596" y="6116"/>
                  <a:pt x="196596" y="13717"/>
                </a:cubicBezTo>
                <a:lnTo>
                  <a:pt x="196596" y="54867"/>
                </a:lnTo>
                <a:lnTo>
                  <a:pt x="256032" y="54867"/>
                </a:lnTo>
                <a:cubicBezTo>
                  <a:pt x="286321" y="54867"/>
                  <a:pt x="310896" y="79440"/>
                  <a:pt x="310896" y="109731"/>
                </a:cubicBezTo>
                <a:lnTo>
                  <a:pt x="310896" y="237747"/>
                </a:lnTo>
                <a:cubicBezTo>
                  <a:pt x="310896" y="268038"/>
                  <a:pt x="286321" y="292611"/>
                  <a:pt x="256032" y="292611"/>
                </a:cubicBezTo>
                <a:lnTo>
                  <a:pt x="109728" y="292611"/>
                </a:lnTo>
                <a:cubicBezTo>
                  <a:pt x="79439" y="292611"/>
                  <a:pt x="54864" y="268038"/>
                  <a:pt x="54864" y="237747"/>
                </a:cubicBezTo>
                <a:lnTo>
                  <a:pt x="54864" y="109731"/>
                </a:lnTo>
                <a:cubicBezTo>
                  <a:pt x="54864" y="79440"/>
                  <a:pt x="79439" y="54867"/>
                  <a:pt x="109728" y="54867"/>
                </a:cubicBezTo>
                <a:lnTo>
                  <a:pt x="169164" y="54867"/>
                </a:lnTo>
                <a:lnTo>
                  <a:pt x="169164" y="13720"/>
                </a:lnTo>
                <a:cubicBezTo>
                  <a:pt x="169164" y="6118"/>
                  <a:pt x="175280" y="6"/>
                  <a:pt x="182880" y="6"/>
                </a:cubicBezTo>
                <a:lnTo>
                  <a:pt x="182880" y="0"/>
                </a:lnTo>
                <a:moveTo>
                  <a:pt x="109728" y="82296"/>
                </a:moveTo>
                <a:cubicBezTo>
                  <a:pt x="94582" y="82296"/>
                  <a:pt x="82296" y="94583"/>
                  <a:pt x="82296" y="109728"/>
                </a:cubicBezTo>
                <a:lnTo>
                  <a:pt x="82296" y="237744"/>
                </a:lnTo>
                <a:cubicBezTo>
                  <a:pt x="82296" y="252889"/>
                  <a:pt x="94582" y="265176"/>
                  <a:pt x="109728" y="265176"/>
                </a:cubicBezTo>
                <a:lnTo>
                  <a:pt x="256032" y="265176"/>
                </a:lnTo>
                <a:cubicBezTo>
                  <a:pt x="271178" y="265176"/>
                  <a:pt x="283464" y="252889"/>
                  <a:pt x="283464" y="237744"/>
                </a:cubicBezTo>
                <a:lnTo>
                  <a:pt x="283464" y="109728"/>
                </a:lnTo>
                <a:cubicBezTo>
                  <a:pt x="283464" y="94583"/>
                  <a:pt x="271178" y="82296"/>
                  <a:pt x="256032" y="82296"/>
                </a:cubicBezTo>
                <a:lnTo>
                  <a:pt x="182880" y="82296"/>
                </a:lnTo>
                <a:lnTo>
                  <a:pt x="109728" y="82296"/>
                </a:lnTo>
                <a:moveTo>
                  <a:pt x="27432" y="128016"/>
                </a:moveTo>
                <a:lnTo>
                  <a:pt x="36576" y="128016"/>
                </a:lnTo>
                <a:lnTo>
                  <a:pt x="36576" y="237744"/>
                </a:lnTo>
                <a:lnTo>
                  <a:pt x="27432" y="237744"/>
                </a:lnTo>
                <a:cubicBezTo>
                  <a:pt x="12286" y="237744"/>
                  <a:pt x="0" y="225457"/>
                  <a:pt x="0" y="210312"/>
                </a:cubicBezTo>
                <a:lnTo>
                  <a:pt x="0" y="155448"/>
                </a:lnTo>
                <a:cubicBezTo>
                  <a:pt x="0" y="140303"/>
                  <a:pt x="12286" y="128016"/>
                  <a:pt x="27432" y="128016"/>
                </a:cubicBezTo>
                <a:lnTo>
                  <a:pt x="27432" y="128016"/>
                </a:lnTo>
                <a:moveTo>
                  <a:pt x="338328" y="128016"/>
                </a:moveTo>
                <a:cubicBezTo>
                  <a:pt x="353474" y="128016"/>
                  <a:pt x="365760" y="140303"/>
                  <a:pt x="365760" y="155448"/>
                </a:cubicBezTo>
                <a:lnTo>
                  <a:pt x="365760" y="210312"/>
                </a:lnTo>
                <a:cubicBezTo>
                  <a:pt x="365760" y="225457"/>
                  <a:pt x="353474" y="237744"/>
                  <a:pt x="338328" y="237744"/>
                </a:cubicBezTo>
                <a:lnTo>
                  <a:pt x="329184" y="237744"/>
                </a:lnTo>
                <a:lnTo>
                  <a:pt x="329184" y="128016"/>
                </a:lnTo>
                <a:lnTo>
                  <a:pt x="338328" y="128016"/>
                </a:lnTo>
                <a:moveTo>
                  <a:pt x="118872" y="219456"/>
                </a:moveTo>
                <a:lnTo>
                  <a:pt x="137160" y="219456"/>
                </a:lnTo>
                <a:cubicBezTo>
                  <a:pt x="142189" y="219456"/>
                  <a:pt x="146304" y="223570"/>
                  <a:pt x="146304" y="228600"/>
                </a:cubicBezTo>
                <a:cubicBezTo>
                  <a:pt x="146304" y="233630"/>
                  <a:pt x="142189" y="237744"/>
                  <a:pt x="137160" y="237744"/>
                </a:cubicBezTo>
                <a:lnTo>
                  <a:pt x="118872" y="237744"/>
                </a:lnTo>
                <a:cubicBezTo>
                  <a:pt x="113843" y="237744"/>
                  <a:pt x="109728" y="233630"/>
                  <a:pt x="109728" y="228600"/>
                </a:cubicBezTo>
                <a:cubicBezTo>
                  <a:pt x="109728" y="223570"/>
                  <a:pt x="113843" y="219456"/>
                  <a:pt x="118872" y="219456"/>
                </a:cubicBezTo>
                <a:moveTo>
                  <a:pt x="173736" y="219456"/>
                </a:moveTo>
                <a:lnTo>
                  <a:pt x="192024" y="219456"/>
                </a:lnTo>
                <a:cubicBezTo>
                  <a:pt x="197053" y="219456"/>
                  <a:pt x="201168" y="223570"/>
                  <a:pt x="201168" y="228600"/>
                </a:cubicBezTo>
                <a:cubicBezTo>
                  <a:pt x="201168" y="233630"/>
                  <a:pt x="197053" y="237744"/>
                  <a:pt x="192024" y="237744"/>
                </a:cubicBezTo>
                <a:lnTo>
                  <a:pt x="173736" y="237744"/>
                </a:lnTo>
                <a:cubicBezTo>
                  <a:pt x="168707" y="237744"/>
                  <a:pt x="164592" y="233630"/>
                  <a:pt x="164592" y="228600"/>
                </a:cubicBezTo>
                <a:cubicBezTo>
                  <a:pt x="164592" y="223570"/>
                  <a:pt x="168707" y="219456"/>
                  <a:pt x="173736" y="219456"/>
                </a:cubicBezTo>
                <a:lnTo>
                  <a:pt x="173736" y="219456"/>
                </a:lnTo>
                <a:moveTo>
                  <a:pt x="228600" y="219456"/>
                </a:moveTo>
                <a:lnTo>
                  <a:pt x="246888" y="219456"/>
                </a:lnTo>
                <a:cubicBezTo>
                  <a:pt x="251917" y="219456"/>
                  <a:pt x="256032" y="223570"/>
                  <a:pt x="256032" y="228600"/>
                </a:cubicBezTo>
                <a:cubicBezTo>
                  <a:pt x="256032" y="233630"/>
                  <a:pt x="251917" y="237744"/>
                  <a:pt x="246888" y="237744"/>
                </a:cubicBezTo>
                <a:lnTo>
                  <a:pt x="228600" y="237744"/>
                </a:lnTo>
                <a:cubicBezTo>
                  <a:pt x="223571" y="237744"/>
                  <a:pt x="219456" y="233630"/>
                  <a:pt x="219456" y="228600"/>
                </a:cubicBezTo>
                <a:cubicBezTo>
                  <a:pt x="219456" y="223570"/>
                  <a:pt x="223571" y="219456"/>
                  <a:pt x="228600" y="219456"/>
                </a:cubicBezTo>
                <a:moveTo>
                  <a:pt x="114300" y="146304"/>
                </a:moveTo>
                <a:cubicBezTo>
                  <a:pt x="114300" y="133678"/>
                  <a:pt x="124534" y="123445"/>
                  <a:pt x="137160" y="123445"/>
                </a:cubicBezTo>
                <a:cubicBezTo>
                  <a:pt x="149786" y="123445"/>
                  <a:pt x="160020" y="133681"/>
                  <a:pt x="160020" y="146307"/>
                </a:cubicBezTo>
                <a:cubicBezTo>
                  <a:pt x="160020" y="158933"/>
                  <a:pt x="149786" y="169168"/>
                  <a:pt x="137160" y="169168"/>
                </a:cubicBezTo>
                <a:cubicBezTo>
                  <a:pt x="124534" y="169168"/>
                  <a:pt x="114300" y="158933"/>
                  <a:pt x="114300" y="146310"/>
                </a:cubicBezTo>
                <a:lnTo>
                  <a:pt x="114300" y="146304"/>
                </a:lnTo>
                <a:moveTo>
                  <a:pt x="228600" y="123445"/>
                </a:moveTo>
                <a:cubicBezTo>
                  <a:pt x="241226" y="123445"/>
                  <a:pt x="251460" y="133681"/>
                  <a:pt x="251460" y="146307"/>
                </a:cubicBezTo>
                <a:cubicBezTo>
                  <a:pt x="251460" y="158933"/>
                  <a:pt x="241226" y="169168"/>
                  <a:pt x="228600" y="169168"/>
                </a:cubicBezTo>
                <a:cubicBezTo>
                  <a:pt x="215974" y="169168"/>
                  <a:pt x="205740" y="158933"/>
                  <a:pt x="205740" y="146310"/>
                </a:cubicBezTo>
                <a:cubicBezTo>
                  <a:pt x="205740" y="133684"/>
                  <a:pt x="215974" y="123451"/>
                  <a:pt x="228600" y="123451"/>
                </a:cubicBezTo>
                <a:lnTo>
                  <a:pt x="228600" y="12344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7701" y="1716051"/>
            <a:ext cx="365760" cy="365662"/>
          </a:xfrm>
          <a:custGeom>
            <a:avLst/>
            <a:gdLst/>
            <a:ahLst/>
            <a:cxnLst/>
            <a:rect l="l" t="t" r="r" b="b"/>
            <a:pathLst>
              <a:path w="365760" h="365662">
                <a:moveTo>
                  <a:pt x="262864" y="148576"/>
                </a:moveTo>
                <a:cubicBezTo>
                  <a:pt x="262864" y="85455"/>
                  <a:pt x="211695" y="34288"/>
                  <a:pt x="148575" y="34288"/>
                </a:cubicBezTo>
                <a:cubicBezTo>
                  <a:pt x="85456" y="34288"/>
                  <a:pt x="34286" y="85455"/>
                  <a:pt x="34286" y="148576"/>
                </a:cubicBezTo>
                <a:cubicBezTo>
                  <a:pt x="34286" y="211696"/>
                  <a:pt x="85456" y="262863"/>
                  <a:pt x="148575" y="262863"/>
                </a:cubicBezTo>
                <a:cubicBezTo>
                  <a:pt x="211695" y="262863"/>
                  <a:pt x="262864" y="211696"/>
                  <a:pt x="262864" y="148576"/>
                </a:cubicBezTo>
                <a:lnTo>
                  <a:pt x="262864" y="148576"/>
                </a:lnTo>
                <a:moveTo>
                  <a:pt x="240791" y="265079"/>
                </a:moveTo>
                <a:cubicBezTo>
                  <a:pt x="215506" y="285150"/>
                  <a:pt x="183432" y="297151"/>
                  <a:pt x="148575" y="297151"/>
                </a:cubicBezTo>
                <a:cubicBezTo>
                  <a:pt x="66502" y="297151"/>
                  <a:pt x="0" y="230649"/>
                  <a:pt x="0" y="148576"/>
                </a:cubicBezTo>
                <a:cubicBezTo>
                  <a:pt x="0" y="66503"/>
                  <a:pt x="66503" y="0"/>
                  <a:pt x="148575" y="0"/>
                </a:cubicBezTo>
                <a:cubicBezTo>
                  <a:pt x="230648" y="0"/>
                  <a:pt x="297151" y="66503"/>
                  <a:pt x="297151" y="148576"/>
                </a:cubicBezTo>
                <a:cubicBezTo>
                  <a:pt x="297151" y="183434"/>
                  <a:pt x="285150" y="215506"/>
                  <a:pt x="265077" y="240792"/>
                </a:cubicBezTo>
                <a:lnTo>
                  <a:pt x="360723" y="336438"/>
                </a:lnTo>
                <a:cubicBezTo>
                  <a:pt x="367439" y="343152"/>
                  <a:pt x="367439" y="354012"/>
                  <a:pt x="360723" y="360652"/>
                </a:cubicBezTo>
                <a:cubicBezTo>
                  <a:pt x="354008" y="367296"/>
                  <a:pt x="343152" y="367366"/>
                  <a:pt x="336510" y="360652"/>
                </a:cubicBezTo>
                <a:lnTo>
                  <a:pt x="240791" y="26507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4"/>
            <a:srcRect/>
            <a:stretch>
              <a:fillRect l="-106250" r="-106250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Planificación de pruebas - Definición y objetivos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/>
              </a:rPr>
              <a:t>12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14157" y="5472113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 anticipación de contingencias y la asignación adecuada de recursos contribuyen a un proceso eficiente y ordenado.</a:t>
            </a:r>
            <a:endParaRPr lang="en-US" sz="1740"/>
          </a:p>
        </p:txBody>
      </p:sp>
      <p:sp>
        <p:nvSpPr>
          <p:cNvPr id="13" name="Text 11"/>
          <p:cNvSpPr/>
          <p:nvPr/>
        </p:nvSpPr>
        <p:spPr>
          <a:xfrm>
            <a:off x="1314157" y="5055582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Gestión de recursos y contingencias</a:t>
            </a:r>
            <a:endParaRPr lang="en-US" sz="2030"/>
          </a:p>
        </p:txBody>
      </p:sp>
      <p:sp>
        <p:nvSpPr>
          <p:cNvPr id="14" name="Text 12"/>
          <p:cNvSpPr/>
          <p:nvPr/>
        </p:nvSpPr>
        <p:spPr>
          <a:xfrm>
            <a:off x="1314157" y="4349309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 planificación asegura la alineación entre los objetivos del negocio, las metodologías empleadas y las mejores prácticas de la industria.</a:t>
            </a:r>
            <a:endParaRPr lang="en-US" sz="1740"/>
          </a:p>
        </p:txBody>
      </p:sp>
      <p:sp>
        <p:nvSpPr>
          <p:cNvPr id="15" name="Text 13"/>
          <p:cNvSpPr/>
          <p:nvPr/>
        </p:nvSpPr>
        <p:spPr>
          <a:xfrm>
            <a:off x="1314157" y="3932779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Alineación con objetivos y metodologías</a:t>
            </a:r>
            <a:endParaRPr lang="en-US" sz="2030"/>
          </a:p>
        </p:txBody>
      </p:sp>
      <p:sp>
        <p:nvSpPr>
          <p:cNvPr id="16" name="Text 14"/>
          <p:cNvSpPr/>
          <p:nvPr/>
        </p:nvSpPr>
        <p:spPr>
          <a:xfrm>
            <a:off x="1314157" y="3182553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En esta etapa se define qué probar, los métodos para medir resultados y un calendario realista.</a:t>
            </a:r>
            <a:endParaRPr lang="en-US" sz="1740"/>
          </a:p>
        </p:txBody>
      </p:sp>
      <p:sp>
        <p:nvSpPr>
          <p:cNvPr id="17" name="Text 15"/>
          <p:cNvSpPr/>
          <p:nvPr/>
        </p:nvSpPr>
        <p:spPr>
          <a:xfrm>
            <a:off x="1314157" y="2766023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Definición de aspectos clave</a:t>
            </a:r>
            <a:endParaRPr lang="en-US" sz="2030"/>
          </a:p>
        </p:txBody>
      </p:sp>
      <p:sp>
        <p:nvSpPr>
          <p:cNvPr id="18" name="Text 16"/>
          <p:cNvSpPr/>
          <p:nvPr/>
        </p:nvSpPr>
        <p:spPr>
          <a:xfrm>
            <a:off x="1314157" y="1580651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Importancia de la planificación de pruebas</a:t>
            </a:r>
            <a:endParaRPr lang="en-US" sz="2030"/>
          </a:p>
        </p:txBody>
      </p:sp>
      <p:sp>
        <p:nvSpPr>
          <p:cNvPr id="19" name="Text 17"/>
          <p:cNvSpPr/>
          <p:nvPr/>
        </p:nvSpPr>
        <p:spPr>
          <a:xfrm>
            <a:off x="1314157" y="1997181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 planificación de pruebas es esencial para garantizar calidad y funcionalidad.</a:t>
            </a:r>
            <a:endParaRPr lang="en-US" sz="1740"/>
          </a:p>
        </p:txBody>
      </p:sp>
      <p:sp>
        <p:nvSpPr>
          <p:cNvPr id="20" name="Text 18"/>
          <p:cNvSpPr/>
          <p:nvPr/>
        </p:nvSpPr>
        <p:spPr>
          <a:xfrm>
            <a:off x="649772" y="5049403"/>
            <a:ext cx="437813" cy="457200"/>
          </a:xfrm>
          <a:custGeom>
            <a:avLst/>
            <a:gdLst/>
            <a:ahLst/>
            <a:cxnLst/>
            <a:rect l="l" t="t" r="r" b="b"/>
            <a:pathLst>
              <a:path w="437813" h="457200">
                <a:moveTo>
                  <a:pt x="218911" y="0"/>
                </a:moveTo>
                <a:cubicBezTo>
                  <a:pt x="234090" y="0"/>
                  <a:pt x="248914" y="1518"/>
                  <a:pt x="263380" y="4289"/>
                </a:cubicBezTo>
                <a:cubicBezTo>
                  <a:pt x="270433" y="5628"/>
                  <a:pt x="282845" y="9734"/>
                  <a:pt x="289631" y="22238"/>
                </a:cubicBezTo>
                <a:cubicBezTo>
                  <a:pt x="291417" y="25544"/>
                  <a:pt x="292845" y="29023"/>
                  <a:pt x="293738" y="32777"/>
                </a:cubicBezTo>
                <a:lnTo>
                  <a:pt x="302043" y="67158"/>
                </a:lnTo>
                <a:cubicBezTo>
                  <a:pt x="303295" y="72338"/>
                  <a:pt x="312043" y="77427"/>
                  <a:pt x="317134" y="75909"/>
                </a:cubicBezTo>
                <a:lnTo>
                  <a:pt x="351069" y="65905"/>
                </a:lnTo>
                <a:cubicBezTo>
                  <a:pt x="354642" y="64836"/>
                  <a:pt x="358302" y="64296"/>
                  <a:pt x="361962" y="64209"/>
                </a:cubicBezTo>
                <a:cubicBezTo>
                  <a:pt x="376340" y="63761"/>
                  <a:pt x="386073" y="72603"/>
                  <a:pt x="390805" y="77962"/>
                </a:cubicBezTo>
                <a:cubicBezTo>
                  <a:pt x="410542" y="100374"/>
                  <a:pt x="425721" y="126718"/>
                  <a:pt x="435366" y="155023"/>
                </a:cubicBezTo>
                <a:cubicBezTo>
                  <a:pt x="437686" y="161808"/>
                  <a:pt x="440366" y="174490"/>
                  <a:pt x="432954" y="186634"/>
                </a:cubicBezTo>
                <a:cubicBezTo>
                  <a:pt x="430988" y="189848"/>
                  <a:pt x="428580" y="192884"/>
                  <a:pt x="425808" y="195563"/>
                </a:cubicBezTo>
                <a:lnTo>
                  <a:pt x="400179" y="219941"/>
                </a:lnTo>
                <a:cubicBezTo>
                  <a:pt x="396427" y="223511"/>
                  <a:pt x="396427" y="233780"/>
                  <a:pt x="400179" y="237355"/>
                </a:cubicBezTo>
                <a:lnTo>
                  <a:pt x="425808" y="261733"/>
                </a:lnTo>
                <a:cubicBezTo>
                  <a:pt x="428575" y="264412"/>
                  <a:pt x="430988" y="267448"/>
                  <a:pt x="432954" y="270662"/>
                </a:cubicBezTo>
                <a:cubicBezTo>
                  <a:pt x="440274" y="282806"/>
                  <a:pt x="437599" y="295488"/>
                  <a:pt x="435366" y="302273"/>
                </a:cubicBezTo>
                <a:cubicBezTo>
                  <a:pt x="425721" y="330578"/>
                  <a:pt x="410542" y="356835"/>
                  <a:pt x="390805" y="379334"/>
                </a:cubicBezTo>
                <a:cubicBezTo>
                  <a:pt x="386073" y="384693"/>
                  <a:pt x="376248" y="393530"/>
                  <a:pt x="361962" y="393087"/>
                </a:cubicBezTo>
                <a:cubicBezTo>
                  <a:pt x="358302" y="392995"/>
                  <a:pt x="354642" y="392374"/>
                  <a:pt x="351069" y="391391"/>
                </a:cubicBezTo>
                <a:lnTo>
                  <a:pt x="317134" y="381300"/>
                </a:lnTo>
                <a:cubicBezTo>
                  <a:pt x="312043" y="379782"/>
                  <a:pt x="303295" y="384871"/>
                  <a:pt x="302043" y="390051"/>
                </a:cubicBezTo>
                <a:lnTo>
                  <a:pt x="293738" y="424432"/>
                </a:lnTo>
                <a:cubicBezTo>
                  <a:pt x="292845" y="428182"/>
                  <a:pt x="291417" y="431757"/>
                  <a:pt x="289631" y="434971"/>
                </a:cubicBezTo>
                <a:cubicBezTo>
                  <a:pt x="282753" y="447471"/>
                  <a:pt x="270341" y="451490"/>
                  <a:pt x="263380" y="452921"/>
                </a:cubicBezTo>
                <a:cubicBezTo>
                  <a:pt x="248914" y="455687"/>
                  <a:pt x="234090" y="457205"/>
                  <a:pt x="218911" y="457205"/>
                </a:cubicBezTo>
                <a:cubicBezTo>
                  <a:pt x="203732" y="457205"/>
                  <a:pt x="188908" y="455687"/>
                  <a:pt x="174442" y="452916"/>
                </a:cubicBezTo>
                <a:cubicBezTo>
                  <a:pt x="167389" y="451576"/>
                  <a:pt x="154977" y="447471"/>
                  <a:pt x="148191" y="434966"/>
                </a:cubicBezTo>
                <a:cubicBezTo>
                  <a:pt x="146405" y="431661"/>
                  <a:pt x="144978" y="428182"/>
                  <a:pt x="144084" y="424428"/>
                </a:cubicBezTo>
                <a:lnTo>
                  <a:pt x="135779" y="390046"/>
                </a:lnTo>
                <a:cubicBezTo>
                  <a:pt x="134527" y="384866"/>
                  <a:pt x="125779" y="379778"/>
                  <a:pt x="120688" y="381296"/>
                </a:cubicBezTo>
                <a:lnTo>
                  <a:pt x="86753" y="391295"/>
                </a:lnTo>
                <a:cubicBezTo>
                  <a:pt x="83180" y="392364"/>
                  <a:pt x="79520" y="392904"/>
                  <a:pt x="75860" y="392991"/>
                </a:cubicBezTo>
                <a:cubicBezTo>
                  <a:pt x="61482" y="393439"/>
                  <a:pt x="51750" y="384597"/>
                  <a:pt x="47017" y="379238"/>
                </a:cubicBezTo>
                <a:cubicBezTo>
                  <a:pt x="27372" y="356826"/>
                  <a:pt x="12101" y="330482"/>
                  <a:pt x="2456" y="302177"/>
                </a:cubicBezTo>
                <a:cubicBezTo>
                  <a:pt x="136" y="295392"/>
                  <a:pt x="-2544" y="282710"/>
                  <a:pt x="4869" y="270566"/>
                </a:cubicBezTo>
                <a:cubicBezTo>
                  <a:pt x="6834" y="267352"/>
                  <a:pt x="9242" y="264316"/>
                  <a:pt x="12014" y="261637"/>
                </a:cubicBezTo>
                <a:lnTo>
                  <a:pt x="37643" y="237259"/>
                </a:lnTo>
                <a:cubicBezTo>
                  <a:pt x="41395" y="233689"/>
                  <a:pt x="41395" y="223420"/>
                  <a:pt x="37643" y="219845"/>
                </a:cubicBezTo>
                <a:lnTo>
                  <a:pt x="11926" y="195467"/>
                </a:lnTo>
                <a:cubicBezTo>
                  <a:pt x="9159" y="192788"/>
                  <a:pt x="6747" y="189752"/>
                  <a:pt x="4781" y="186538"/>
                </a:cubicBezTo>
                <a:cubicBezTo>
                  <a:pt x="-2539" y="174394"/>
                  <a:pt x="136" y="161712"/>
                  <a:pt x="2461" y="155014"/>
                </a:cubicBezTo>
                <a:cubicBezTo>
                  <a:pt x="12106" y="126708"/>
                  <a:pt x="27285" y="100451"/>
                  <a:pt x="47021" y="77953"/>
                </a:cubicBezTo>
                <a:cubicBezTo>
                  <a:pt x="51754" y="72594"/>
                  <a:pt x="61579" y="63757"/>
                  <a:pt x="75864" y="64200"/>
                </a:cubicBezTo>
                <a:cubicBezTo>
                  <a:pt x="79525" y="64291"/>
                  <a:pt x="83185" y="64913"/>
                  <a:pt x="86757" y="65896"/>
                </a:cubicBezTo>
                <a:lnTo>
                  <a:pt x="120692" y="75900"/>
                </a:lnTo>
                <a:cubicBezTo>
                  <a:pt x="125784" y="77418"/>
                  <a:pt x="134531" y="72329"/>
                  <a:pt x="135784" y="67149"/>
                </a:cubicBezTo>
                <a:lnTo>
                  <a:pt x="144089" y="32768"/>
                </a:lnTo>
                <a:cubicBezTo>
                  <a:pt x="144982" y="29018"/>
                  <a:pt x="146409" y="25443"/>
                  <a:pt x="148196" y="22229"/>
                </a:cubicBezTo>
                <a:cubicBezTo>
                  <a:pt x="155074" y="9729"/>
                  <a:pt x="167486" y="5710"/>
                  <a:pt x="174447" y="4279"/>
                </a:cubicBezTo>
                <a:cubicBezTo>
                  <a:pt x="188912" y="1513"/>
                  <a:pt x="203737" y="-9"/>
                  <a:pt x="218916" y="-9"/>
                </a:cubicBezTo>
                <a:lnTo>
                  <a:pt x="218911" y="0"/>
                </a:lnTo>
                <a:moveTo>
                  <a:pt x="185068" y="45898"/>
                </a:moveTo>
                <a:lnTo>
                  <a:pt x="177476" y="77239"/>
                </a:lnTo>
                <a:cubicBezTo>
                  <a:pt x="170511" y="106084"/>
                  <a:pt x="137027" y="125369"/>
                  <a:pt x="108538" y="117066"/>
                </a:cubicBezTo>
                <a:lnTo>
                  <a:pt x="77729" y="107959"/>
                </a:lnTo>
                <a:cubicBezTo>
                  <a:pt x="62997" y="125195"/>
                  <a:pt x="51386" y="145198"/>
                  <a:pt x="43795" y="166627"/>
                </a:cubicBezTo>
                <a:lnTo>
                  <a:pt x="67191" y="188860"/>
                </a:lnTo>
                <a:cubicBezTo>
                  <a:pt x="88622" y="209219"/>
                  <a:pt x="88622" y="247976"/>
                  <a:pt x="67191" y="268335"/>
                </a:cubicBezTo>
                <a:lnTo>
                  <a:pt x="43795" y="290569"/>
                </a:lnTo>
                <a:cubicBezTo>
                  <a:pt x="51386" y="312002"/>
                  <a:pt x="62993" y="332000"/>
                  <a:pt x="77729" y="349237"/>
                </a:cubicBezTo>
                <a:lnTo>
                  <a:pt x="108626" y="340129"/>
                </a:lnTo>
                <a:cubicBezTo>
                  <a:pt x="137023" y="331735"/>
                  <a:pt x="170598" y="351111"/>
                  <a:pt x="177564" y="379956"/>
                </a:cubicBezTo>
                <a:lnTo>
                  <a:pt x="185156" y="411297"/>
                </a:lnTo>
                <a:cubicBezTo>
                  <a:pt x="207121" y="415316"/>
                  <a:pt x="230964" y="415316"/>
                  <a:pt x="252934" y="411297"/>
                </a:cubicBezTo>
                <a:lnTo>
                  <a:pt x="260525" y="379956"/>
                </a:lnTo>
                <a:cubicBezTo>
                  <a:pt x="267491" y="351111"/>
                  <a:pt x="300975" y="331827"/>
                  <a:pt x="329463" y="340129"/>
                </a:cubicBezTo>
                <a:lnTo>
                  <a:pt x="360360" y="349237"/>
                </a:lnTo>
                <a:cubicBezTo>
                  <a:pt x="375092" y="332000"/>
                  <a:pt x="386703" y="311998"/>
                  <a:pt x="394295" y="290569"/>
                </a:cubicBezTo>
                <a:lnTo>
                  <a:pt x="370898" y="268335"/>
                </a:lnTo>
                <a:cubicBezTo>
                  <a:pt x="349467" y="247976"/>
                  <a:pt x="349467" y="209219"/>
                  <a:pt x="370898" y="188860"/>
                </a:cubicBezTo>
                <a:lnTo>
                  <a:pt x="394295" y="166627"/>
                </a:lnTo>
                <a:cubicBezTo>
                  <a:pt x="386703" y="145198"/>
                  <a:pt x="375097" y="125191"/>
                  <a:pt x="360360" y="107959"/>
                </a:cubicBezTo>
                <a:lnTo>
                  <a:pt x="329463" y="117066"/>
                </a:lnTo>
                <a:cubicBezTo>
                  <a:pt x="301067" y="125460"/>
                  <a:pt x="267491" y="106084"/>
                  <a:pt x="260525" y="77239"/>
                </a:cubicBezTo>
                <a:lnTo>
                  <a:pt x="252934" y="45898"/>
                </a:lnTo>
                <a:cubicBezTo>
                  <a:pt x="230968" y="41880"/>
                  <a:pt x="207125" y="41880"/>
                  <a:pt x="185156" y="45898"/>
                </a:cubicBezTo>
                <a:lnTo>
                  <a:pt x="185068" y="45898"/>
                </a:lnTo>
                <a:moveTo>
                  <a:pt x="176049" y="228600"/>
                </a:moveTo>
                <a:cubicBezTo>
                  <a:pt x="176049" y="252274"/>
                  <a:pt x="195238" y="271463"/>
                  <a:pt x="218911" y="271463"/>
                </a:cubicBezTo>
                <a:cubicBezTo>
                  <a:pt x="242584" y="271463"/>
                  <a:pt x="261773" y="252274"/>
                  <a:pt x="261773" y="228600"/>
                </a:cubicBezTo>
                <a:cubicBezTo>
                  <a:pt x="261773" y="204926"/>
                  <a:pt x="242584" y="185738"/>
                  <a:pt x="218911" y="185738"/>
                </a:cubicBezTo>
                <a:cubicBezTo>
                  <a:pt x="195238" y="185738"/>
                  <a:pt x="176049" y="204926"/>
                  <a:pt x="176049" y="228600"/>
                </a:cubicBezTo>
                <a:moveTo>
                  <a:pt x="218911" y="314325"/>
                </a:moveTo>
                <a:cubicBezTo>
                  <a:pt x="171566" y="314325"/>
                  <a:pt x="133187" y="275943"/>
                  <a:pt x="133187" y="228600"/>
                </a:cubicBezTo>
                <a:cubicBezTo>
                  <a:pt x="133187" y="181257"/>
                  <a:pt x="171566" y="142875"/>
                  <a:pt x="218911" y="142875"/>
                </a:cubicBezTo>
                <a:cubicBezTo>
                  <a:pt x="266256" y="142875"/>
                  <a:pt x="304635" y="181257"/>
                  <a:pt x="304635" y="228600"/>
                </a:cubicBezTo>
                <a:cubicBezTo>
                  <a:pt x="304635" y="275943"/>
                  <a:pt x="266256" y="314325"/>
                  <a:pt x="218911" y="31432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0993" y="392680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4338" y="228600"/>
                </a:moveTo>
                <a:cubicBezTo>
                  <a:pt x="414338" y="126018"/>
                  <a:pt x="331182" y="42863"/>
                  <a:pt x="228600" y="42863"/>
                </a:cubicBezTo>
                <a:cubicBezTo>
                  <a:pt x="126018" y="42863"/>
                  <a:pt x="42863" y="126018"/>
                  <a:pt x="42863" y="228600"/>
                </a:cubicBezTo>
                <a:cubicBezTo>
                  <a:pt x="42863" y="331182"/>
                  <a:pt x="126018" y="414338"/>
                  <a:pt x="228600" y="414338"/>
                </a:cubicBezTo>
                <a:cubicBezTo>
                  <a:pt x="331182" y="414338"/>
                  <a:pt x="414338" y="331182"/>
                  <a:pt x="414338" y="228600"/>
                </a:cubicBezTo>
                <a:moveTo>
                  <a:pt x="0" y="228600"/>
                </a:moveTo>
                <a:cubicBezTo>
                  <a:pt x="0" y="102349"/>
                  <a:pt x="102349" y="0"/>
                  <a:pt x="228600" y="0"/>
                </a:cubicBezTo>
                <a:cubicBezTo>
                  <a:pt x="354851" y="0"/>
                  <a:pt x="457200" y="102349"/>
                  <a:pt x="457200" y="228600"/>
                </a:cubicBezTo>
                <a:cubicBezTo>
                  <a:pt x="457200" y="354851"/>
                  <a:pt x="354851" y="457200"/>
                  <a:pt x="228600" y="457200"/>
                </a:cubicBezTo>
                <a:cubicBezTo>
                  <a:pt x="102349" y="457200"/>
                  <a:pt x="0" y="354851"/>
                  <a:pt x="0" y="228600"/>
                </a:cubicBezTo>
                <a:moveTo>
                  <a:pt x="273872" y="290304"/>
                </a:moveTo>
                <a:lnTo>
                  <a:pt x="145015" y="339864"/>
                </a:lnTo>
                <a:cubicBezTo>
                  <a:pt x="127691" y="346562"/>
                  <a:pt x="110633" y="329504"/>
                  <a:pt x="117331" y="312181"/>
                </a:cubicBezTo>
                <a:lnTo>
                  <a:pt x="166892" y="183323"/>
                </a:lnTo>
                <a:cubicBezTo>
                  <a:pt x="169841" y="175734"/>
                  <a:pt x="175734" y="169841"/>
                  <a:pt x="183323" y="166892"/>
                </a:cubicBezTo>
                <a:lnTo>
                  <a:pt x="312181" y="117331"/>
                </a:lnTo>
                <a:cubicBezTo>
                  <a:pt x="329504" y="110633"/>
                  <a:pt x="346562" y="127691"/>
                  <a:pt x="339864" y="145015"/>
                </a:cubicBezTo>
                <a:lnTo>
                  <a:pt x="290304" y="273872"/>
                </a:lnTo>
                <a:cubicBezTo>
                  <a:pt x="287446" y="281461"/>
                  <a:pt x="281461" y="287355"/>
                  <a:pt x="273872" y="290304"/>
                </a:cubicBezTo>
                <a:lnTo>
                  <a:pt x="273872" y="290304"/>
                </a:lnTo>
                <a:moveTo>
                  <a:pt x="257175" y="228600"/>
                </a:moveTo>
                <a:cubicBezTo>
                  <a:pt x="257175" y="212817"/>
                  <a:pt x="244383" y="200025"/>
                  <a:pt x="228600" y="200025"/>
                </a:cubicBezTo>
                <a:cubicBezTo>
                  <a:pt x="212817" y="200025"/>
                  <a:pt x="200025" y="212817"/>
                  <a:pt x="200025" y="228600"/>
                </a:cubicBezTo>
                <a:cubicBezTo>
                  <a:pt x="200025" y="244383"/>
                  <a:pt x="212817" y="257175"/>
                  <a:pt x="228600" y="257175"/>
                </a:cubicBezTo>
                <a:cubicBezTo>
                  <a:pt x="244383" y="257175"/>
                  <a:pt x="257175" y="244383"/>
                  <a:pt x="257175" y="2286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9568" y="2759884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35733" y="21434"/>
                </a:moveTo>
                <a:cubicBezTo>
                  <a:pt x="135733" y="9555"/>
                  <a:pt x="126180" y="5"/>
                  <a:pt x="114302" y="5"/>
                </a:cubicBezTo>
                <a:cubicBezTo>
                  <a:pt x="102425" y="5"/>
                  <a:pt x="92872" y="9560"/>
                  <a:pt x="92872" y="21438"/>
                </a:cubicBezTo>
                <a:lnTo>
                  <a:pt x="92872" y="57159"/>
                </a:lnTo>
                <a:lnTo>
                  <a:pt x="57151" y="57159"/>
                </a:lnTo>
                <a:cubicBezTo>
                  <a:pt x="25631" y="57159"/>
                  <a:pt x="0" y="82785"/>
                  <a:pt x="0" y="114309"/>
                </a:cubicBezTo>
                <a:lnTo>
                  <a:pt x="0" y="128597"/>
                </a:lnTo>
                <a:lnTo>
                  <a:pt x="0" y="171459"/>
                </a:lnTo>
                <a:lnTo>
                  <a:pt x="0" y="400059"/>
                </a:lnTo>
                <a:cubicBezTo>
                  <a:pt x="0" y="431583"/>
                  <a:pt x="25627" y="457209"/>
                  <a:pt x="57151" y="457209"/>
                </a:cubicBezTo>
                <a:lnTo>
                  <a:pt x="342903" y="457209"/>
                </a:lnTo>
                <a:cubicBezTo>
                  <a:pt x="374423" y="457209"/>
                  <a:pt x="400054" y="431583"/>
                  <a:pt x="400054" y="400059"/>
                </a:cubicBezTo>
                <a:lnTo>
                  <a:pt x="400054" y="171459"/>
                </a:lnTo>
                <a:lnTo>
                  <a:pt x="400054" y="128597"/>
                </a:lnTo>
                <a:lnTo>
                  <a:pt x="400054" y="114309"/>
                </a:lnTo>
                <a:cubicBezTo>
                  <a:pt x="400054" y="82785"/>
                  <a:pt x="374427" y="57159"/>
                  <a:pt x="342903" y="57159"/>
                </a:cubicBezTo>
                <a:lnTo>
                  <a:pt x="307182" y="57159"/>
                </a:lnTo>
                <a:lnTo>
                  <a:pt x="307182" y="21443"/>
                </a:lnTo>
                <a:cubicBezTo>
                  <a:pt x="307182" y="9565"/>
                  <a:pt x="297629" y="14"/>
                  <a:pt x="285752" y="14"/>
                </a:cubicBezTo>
                <a:cubicBezTo>
                  <a:pt x="273874" y="14"/>
                  <a:pt x="264321" y="9569"/>
                  <a:pt x="264321" y="21447"/>
                </a:cubicBezTo>
                <a:lnTo>
                  <a:pt x="264321" y="57168"/>
                </a:lnTo>
                <a:lnTo>
                  <a:pt x="135733" y="57168"/>
                </a:lnTo>
                <a:lnTo>
                  <a:pt x="135733" y="21434"/>
                </a:lnTo>
                <a:moveTo>
                  <a:pt x="42861" y="171450"/>
                </a:moveTo>
                <a:lnTo>
                  <a:pt x="357185" y="171450"/>
                </a:lnTo>
                <a:lnTo>
                  <a:pt x="357185" y="400050"/>
                </a:lnTo>
                <a:cubicBezTo>
                  <a:pt x="357185" y="407909"/>
                  <a:pt x="350756" y="414338"/>
                  <a:pt x="342899" y="414338"/>
                </a:cubicBezTo>
                <a:lnTo>
                  <a:pt x="57147" y="414338"/>
                </a:lnTo>
                <a:cubicBezTo>
                  <a:pt x="49290" y="414338"/>
                  <a:pt x="42861" y="407909"/>
                  <a:pt x="42861" y="400050"/>
                </a:cubicBezTo>
                <a:lnTo>
                  <a:pt x="42861" y="17145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8143" y="1584577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50032" y="57150"/>
                </a:moveTo>
                <a:lnTo>
                  <a:pt x="285752" y="57150"/>
                </a:lnTo>
                <a:cubicBezTo>
                  <a:pt x="317275" y="57150"/>
                  <a:pt x="342903" y="82776"/>
                  <a:pt x="342903" y="114300"/>
                </a:cubicBezTo>
                <a:lnTo>
                  <a:pt x="342903" y="400050"/>
                </a:lnTo>
                <a:cubicBezTo>
                  <a:pt x="342903" y="431574"/>
                  <a:pt x="317275" y="457200"/>
                  <a:pt x="285752" y="457200"/>
                </a:cubicBezTo>
                <a:lnTo>
                  <a:pt x="57151" y="457200"/>
                </a:lnTo>
                <a:cubicBezTo>
                  <a:pt x="25628" y="457200"/>
                  <a:pt x="0" y="431574"/>
                  <a:pt x="0" y="400050"/>
                </a:cubicBezTo>
                <a:lnTo>
                  <a:pt x="0" y="114300"/>
                </a:lnTo>
                <a:cubicBezTo>
                  <a:pt x="0" y="82776"/>
                  <a:pt x="25628" y="57150"/>
                  <a:pt x="57151" y="57150"/>
                </a:cubicBezTo>
                <a:lnTo>
                  <a:pt x="92871" y="57150"/>
                </a:lnTo>
                <a:lnTo>
                  <a:pt x="101444" y="57150"/>
                </a:lnTo>
                <a:cubicBezTo>
                  <a:pt x="108051" y="24556"/>
                  <a:pt x="136896" y="0"/>
                  <a:pt x="171453" y="0"/>
                </a:cubicBezTo>
                <a:cubicBezTo>
                  <a:pt x="206011" y="0"/>
                  <a:pt x="234856" y="24556"/>
                  <a:pt x="241463" y="57150"/>
                </a:cubicBezTo>
                <a:lnTo>
                  <a:pt x="250032" y="57150"/>
                </a:lnTo>
                <a:moveTo>
                  <a:pt x="57151" y="100013"/>
                </a:moveTo>
                <a:cubicBezTo>
                  <a:pt x="49292" y="100013"/>
                  <a:pt x="42863" y="106441"/>
                  <a:pt x="42863" y="114300"/>
                </a:cubicBezTo>
                <a:lnTo>
                  <a:pt x="42863" y="400050"/>
                </a:lnTo>
                <a:cubicBezTo>
                  <a:pt x="42863" y="407909"/>
                  <a:pt x="49292" y="414338"/>
                  <a:pt x="57151" y="414338"/>
                </a:cubicBezTo>
                <a:lnTo>
                  <a:pt x="285752" y="414338"/>
                </a:lnTo>
                <a:cubicBezTo>
                  <a:pt x="293612" y="414338"/>
                  <a:pt x="300041" y="407909"/>
                  <a:pt x="300041" y="400050"/>
                </a:cubicBezTo>
                <a:lnTo>
                  <a:pt x="300041" y="114300"/>
                </a:lnTo>
                <a:cubicBezTo>
                  <a:pt x="300041" y="106441"/>
                  <a:pt x="293612" y="100013"/>
                  <a:pt x="285752" y="100013"/>
                </a:cubicBezTo>
                <a:lnTo>
                  <a:pt x="271464" y="100013"/>
                </a:lnTo>
                <a:lnTo>
                  <a:pt x="271464" y="121446"/>
                </a:lnTo>
                <a:cubicBezTo>
                  <a:pt x="271464" y="133324"/>
                  <a:pt x="261910" y="142880"/>
                  <a:pt x="250032" y="142880"/>
                </a:cubicBezTo>
                <a:lnTo>
                  <a:pt x="171450" y="142880"/>
                </a:lnTo>
                <a:lnTo>
                  <a:pt x="92868" y="142880"/>
                </a:lnTo>
                <a:cubicBezTo>
                  <a:pt x="80990" y="142880"/>
                  <a:pt x="71436" y="133324"/>
                  <a:pt x="71436" y="121451"/>
                </a:cubicBezTo>
                <a:lnTo>
                  <a:pt x="71436" y="100022"/>
                </a:lnTo>
                <a:lnTo>
                  <a:pt x="57151" y="100013"/>
                </a:lnTo>
                <a:moveTo>
                  <a:pt x="171450" y="92871"/>
                </a:moveTo>
                <a:cubicBezTo>
                  <a:pt x="183287" y="92871"/>
                  <a:pt x="192881" y="83274"/>
                  <a:pt x="192881" y="71442"/>
                </a:cubicBezTo>
                <a:cubicBezTo>
                  <a:pt x="192881" y="59605"/>
                  <a:pt x="183287" y="50013"/>
                  <a:pt x="171450" y="50013"/>
                </a:cubicBezTo>
                <a:cubicBezTo>
                  <a:pt x="159613" y="50013"/>
                  <a:pt x="150019" y="59610"/>
                  <a:pt x="150019" y="71447"/>
                </a:cubicBezTo>
                <a:cubicBezTo>
                  <a:pt x="150019" y="83284"/>
                  <a:pt x="159613" y="92880"/>
                  <a:pt x="171450" y="92880"/>
                </a:cubicBezTo>
                <a:lnTo>
                  <a:pt x="171450" y="9287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49496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49496" y="1"/>
            <a:ext cx="795528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Planificación de pruebas - Componentes del plan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3758808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3867183" y="6309360"/>
            <a:ext cx="7031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3440309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/>
              </a:rPr>
              <a:t>13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blipFill>
            <a:blip r:embed="rId4"/>
            <a:srcRect/>
            <a:stretch>
              <a:fillRect l="-121429" r="-121429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2553" y="4765457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Seguimiento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y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registro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conforme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a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normas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como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IEEE 829, para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facilitar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auditorías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y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mantenimiento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.</a:t>
            </a:r>
            <a:endParaRPr lang="en-US" sz="1500" dirty="0">
              <a:ea typeface="Figtree Regular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82553" y="431672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3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Documentación</a:t>
            </a:r>
            <a:endParaRPr lang="en-US" sz="2030"/>
          </a:p>
        </p:txBody>
      </p:sp>
      <p:sp>
        <p:nvSpPr>
          <p:cNvPr id="13" name="Text 11"/>
          <p:cNvSpPr/>
          <p:nvPr/>
        </p:nvSpPr>
        <p:spPr>
          <a:xfrm>
            <a:off x="6422558" y="3885967"/>
            <a:ext cx="240030" cy="320040"/>
          </a:xfrm>
          <a:custGeom>
            <a:avLst/>
            <a:gdLst/>
            <a:ahLst/>
            <a:cxnLst/>
            <a:rect l="l" t="t" r="r" b="b"/>
            <a:pathLst>
              <a:path w="240030" h="320040">
                <a:moveTo>
                  <a:pt x="200024" y="290036"/>
                </a:moveTo>
                <a:cubicBezTo>
                  <a:pt x="205526" y="290036"/>
                  <a:pt x="210026" y="285536"/>
                  <a:pt x="210026" y="280035"/>
                </a:cubicBezTo>
                <a:lnTo>
                  <a:pt x="210026" y="100013"/>
                </a:lnTo>
                <a:lnTo>
                  <a:pt x="160021" y="100013"/>
                </a:lnTo>
                <a:cubicBezTo>
                  <a:pt x="148958" y="100013"/>
                  <a:pt x="140019" y="91074"/>
                  <a:pt x="140019" y="80010"/>
                </a:cubicBezTo>
                <a:lnTo>
                  <a:pt x="140019" y="30004"/>
                </a:lnTo>
                <a:lnTo>
                  <a:pt x="40006" y="30004"/>
                </a:lnTo>
                <a:cubicBezTo>
                  <a:pt x="34504" y="30004"/>
                  <a:pt x="30004" y="34504"/>
                  <a:pt x="30004" y="40005"/>
                </a:cubicBezTo>
                <a:lnTo>
                  <a:pt x="30004" y="280035"/>
                </a:lnTo>
                <a:cubicBezTo>
                  <a:pt x="30004" y="285536"/>
                  <a:pt x="34504" y="290036"/>
                  <a:pt x="40006" y="290036"/>
                </a:cubicBezTo>
                <a:lnTo>
                  <a:pt x="200024" y="290036"/>
                </a:lnTo>
                <a:moveTo>
                  <a:pt x="0" y="40005"/>
                </a:moveTo>
                <a:cubicBezTo>
                  <a:pt x="0" y="17938"/>
                  <a:pt x="17940" y="0"/>
                  <a:pt x="40006" y="0"/>
                </a:cubicBezTo>
                <a:lnTo>
                  <a:pt x="143456" y="0"/>
                </a:lnTo>
                <a:cubicBezTo>
                  <a:pt x="154082" y="0"/>
                  <a:pt x="164272" y="4189"/>
                  <a:pt x="171773" y="11688"/>
                </a:cubicBezTo>
                <a:lnTo>
                  <a:pt x="228343" y="68258"/>
                </a:lnTo>
                <a:cubicBezTo>
                  <a:pt x="235844" y="75760"/>
                  <a:pt x="240032" y="85947"/>
                  <a:pt x="240032" y="96575"/>
                </a:cubicBezTo>
                <a:lnTo>
                  <a:pt x="240032" y="280035"/>
                </a:lnTo>
                <a:cubicBezTo>
                  <a:pt x="240032" y="302102"/>
                  <a:pt x="222093" y="320040"/>
                  <a:pt x="200027" y="320040"/>
                </a:cubicBezTo>
                <a:lnTo>
                  <a:pt x="40006" y="320040"/>
                </a:lnTo>
                <a:cubicBezTo>
                  <a:pt x="17940" y="320040"/>
                  <a:pt x="0" y="302102"/>
                  <a:pt x="0" y="280035"/>
                </a:cubicBezTo>
                <a:lnTo>
                  <a:pt x="0" y="4000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4473" y="4765457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500" dirty="0" err="1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Programación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detallada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de las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fases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y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actividades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,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considerando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posibles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imprevistos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.</a:t>
            </a:r>
            <a:endParaRPr lang="en-US" sz="1500" dirty="0">
              <a:ea typeface="Figtree Regular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54473" y="431672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3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Cronograma</a:t>
            </a:r>
            <a:endParaRPr lang="en-US" sz="2030"/>
          </a:p>
        </p:txBody>
      </p:sp>
      <p:sp>
        <p:nvSpPr>
          <p:cNvPr id="16" name="Text 14"/>
          <p:cNvSpPr/>
          <p:nvPr/>
        </p:nvSpPr>
        <p:spPr>
          <a:xfrm>
            <a:off x="3674474" y="3885967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95013" y="15003"/>
                </a:moveTo>
                <a:cubicBezTo>
                  <a:pt x="95013" y="6689"/>
                  <a:pt x="88326" y="3"/>
                  <a:pt x="80012" y="3"/>
                </a:cubicBezTo>
                <a:cubicBezTo>
                  <a:pt x="71697" y="3"/>
                  <a:pt x="65010" y="6692"/>
                  <a:pt x="65010" y="15007"/>
                </a:cubicBezTo>
                <a:lnTo>
                  <a:pt x="65010" y="40011"/>
                </a:lnTo>
                <a:lnTo>
                  <a:pt x="40006" y="40011"/>
                </a:lnTo>
                <a:cubicBezTo>
                  <a:pt x="17942" y="40011"/>
                  <a:pt x="0" y="57950"/>
                  <a:pt x="0" y="80016"/>
                </a:cubicBezTo>
                <a:lnTo>
                  <a:pt x="0" y="90018"/>
                </a:lnTo>
                <a:lnTo>
                  <a:pt x="0" y="120021"/>
                </a:lnTo>
                <a:lnTo>
                  <a:pt x="0" y="280041"/>
                </a:lnTo>
                <a:cubicBezTo>
                  <a:pt x="0" y="302108"/>
                  <a:pt x="17939" y="320046"/>
                  <a:pt x="40006" y="320046"/>
                </a:cubicBezTo>
                <a:lnTo>
                  <a:pt x="240032" y="320046"/>
                </a:lnTo>
                <a:cubicBezTo>
                  <a:pt x="262096" y="320046"/>
                  <a:pt x="280038" y="302108"/>
                  <a:pt x="280038" y="280041"/>
                </a:cubicBezTo>
                <a:lnTo>
                  <a:pt x="280038" y="120021"/>
                </a:lnTo>
                <a:lnTo>
                  <a:pt x="280038" y="90018"/>
                </a:lnTo>
                <a:lnTo>
                  <a:pt x="280038" y="80016"/>
                </a:lnTo>
                <a:cubicBezTo>
                  <a:pt x="280038" y="57950"/>
                  <a:pt x="262099" y="40011"/>
                  <a:pt x="240032" y="40011"/>
                </a:cubicBezTo>
                <a:lnTo>
                  <a:pt x="215028" y="40011"/>
                </a:lnTo>
                <a:lnTo>
                  <a:pt x="215028" y="15010"/>
                </a:lnTo>
                <a:cubicBezTo>
                  <a:pt x="215028" y="6695"/>
                  <a:pt x="208340" y="10"/>
                  <a:pt x="200026" y="10"/>
                </a:cubicBezTo>
                <a:cubicBezTo>
                  <a:pt x="191712" y="10"/>
                  <a:pt x="185025" y="6699"/>
                  <a:pt x="185025" y="15013"/>
                </a:cubicBezTo>
                <a:lnTo>
                  <a:pt x="185025" y="40018"/>
                </a:lnTo>
                <a:lnTo>
                  <a:pt x="95013" y="40018"/>
                </a:lnTo>
                <a:lnTo>
                  <a:pt x="95013" y="15003"/>
                </a:lnTo>
                <a:moveTo>
                  <a:pt x="30003" y="120015"/>
                </a:moveTo>
                <a:lnTo>
                  <a:pt x="250029" y="120015"/>
                </a:lnTo>
                <a:lnTo>
                  <a:pt x="250029" y="280035"/>
                </a:lnTo>
                <a:cubicBezTo>
                  <a:pt x="250029" y="285536"/>
                  <a:pt x="245529" y="290036"/>
                  <a:pt x="240029" y="290036"/>
                </a:cubicBezTo>
                <a:lnTo>
                  <a:pt x="40003" y="290036"/>
                </a:lnTo>
                <a:cubicBezTo>
                  <a:pt x="34503" y="290036"/>
                  <a:pt x="30003" y="285536"/>
                  <a:pt x="30003" y="280035"/>
                </a:cubicBezTo>
                <a:lnTo>
                  <a:pt x="30003" y="12001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05418" y="230217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500" dirty="0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Hardware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, software, personal y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herramientas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necesarias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para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ejecutar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 las </a:t>
            </a: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pruebas</a:t>
            </a:r>
            <a:r>
              <a:rPr lang="en-US" sz="1500" dirty="0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.</a:t>
            </a:r>
            <a:endParaRPr lang="en-US" sz="1500" dirty="0">
              <a:ea typeface="Figtree Regular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05418" y="1853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3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Recursos</a:t>
            </a:r>
            <a:endParaRPr lang="en-US" sz="2030"/>
          </a:p>
        </p:txBody>
      </p:sp>
      <p:sp>
        <p:nvSpPr>
          <p:cNvPr id="19" name="Text 17"/>
          <p:cNvSpPr/>
          <p:nvPr/>
        </p:nvSpPr>
        <p:spPr>
          <a:xfrm>
            <a:off x="9105418" y="1462054"/>
            <a:ext cx="320040" cy="224028"/>
          </a:xfrm>
          <a:custGeom>
            <a:avLst/>
            <a:gdLst/>
            <a:ahLst/>
            <a:cxnLst/>
            <a:rect l="l" t="t" r="r" b="b"/>
            <a:pathLst>
              <a:path w="320040" h="224028">
                <a:moveTo>
                  <a:pt x="192024" y="24002"/>
                </a:moveTo>
                <a:cubicBezTo>
                  <a:pt x="196425" y="24002"/>
                  <a:pt x="200025" y="27602"/>
                  <a:pt x="200025" y="32002"/>
                </a:cubicBezTo>
                <a:lnTo>
                  <a:pt x="200025" y="144016"/>
                </a:lnTo>
                <a:cubicBezTo>
                  <a:pt x="200025" y="148416"/>
                  <a:pt x="196425" y="152016"/>
                  <a:pt x="192024" y="152016"/>
                </a:cubicBezTo>
                <a:lnTo>
                  <a:pt x="140667" y="152016"/>
                </a:lnTo>
                <a:lnTo>
                  <a:pt x="132017" y="152016"/>
                </a:lnTo>
                <a:lnTo>
                  <a:pt x="92012" y="152016"/>
                </a:lnTo>
                <a:lnTo>
                  <a:pt x="83361" y="152016"/>
                </a:lnTo>
                <a:lnTo>
                  <a:pt x="32004" y="152016"/>
                </a:lnTo>
                <a:cubicBezTo>
                  <a:pt x="27603" y="152016"/>
                  <a:pt x="24003" y="148416"/>
                  <a:pt x="24003" y="144016"/>
                </a:cubicBezTo>
                <a:lnTo>
                  <a:pt x="24003" y="32002"/>
                </a:lnTo>
                <a:cubicBezTo>
                  <a:pt x="24003" y="27602"/>
                  <a:pt x="27603" y="24002"/>
                  <a:pt x="32004" y="24002"/>
                </a:cubicBezTo>
                <a:lnTo>
                  <a:pt x="192024" y="24002"/>
                </a:lnTo>
                <a:moveTo>
                  <a:pt x="32004" y="176021"/>
                </a:moveTo>
                <a:lnTo>
                  <a:pt x="75360" y="176021"/>
                </a:lnTo>
                <a:lnTo>
                  <a:pt x="67359" y="200023"/>
                </a:lnTo>
                <a:lnTo>
                  <a:pt x="44006" y="200023"/>
                </a:lnTo>
                <a:cubicBezTo>
                  <a:pt x="37355" y="200023"/>
                  <a:pt x="32004" y="205373"/>
                  <a:pt x="32004" y="212025"/>
                </a:cubicBezTo>
                <a:cubicBezTo>
                  <a:pt x="32004" y="218676"/>
                  <a:pt x="37355" y="224026"/>
                  <a:pt x="44006" y="224026"/>
                </a:cubicBezTo>
                <a:lnTo>
                  <a:pt x="59358" y="224026"/>
                </a:lnTo>
                <a:lnTo>
                  <a:pt x="76010" y="224026"/>
                </a:lnTo>
                <a:lnTo>
                  <a:pt x="148019" y="224026"/>
                </a:lnTo>
                <a:lnTo>
                  <a:pt x="164670" y="224026"/>
                </a:lnTo>
                <a:lnTo>
                  <a:pt x="180023" y="224026"/>
                </a:lnTo>
                <a:cubicBezTo>
                  <a:pt x="186673" y="224026"/>
                  <a:pt x="192024" y="218676"/>
                  <a:pt x="192024" y="212025"/>
                </a:cubicBezTo>
                <a:cubicBezTo>
                  <a:pt x="192024" y="205373"/>
                  <a:pt x="186673" y="200023"/>
                  <a:pt x="180023" y="200023"/>
                </a:cubicBezTo>
                <a:lnTo>
                  <a:pt x="156669" y="200023"/>
                </a:lnTo>
                <a:lnTo>
                  <a:pt x="148668" y="176021"/>
                </a:lnTo>
                <a:lnTo>
                  <a:pt x="192024" y="176021"/>
                </a:lnTo>
                <a:cubicBezTo>
                  <a:pt x="209677" y="176021"/>
                  <a:pt x="224028" y="161670"/>
                  <a:pt x="224028" y="144016"/>
                </a:cubicBezTo>
                <a:lnTo>
                  <a:pt x="224028" y="32002"/>
                </a:lnTo>
                <a:cubicBezTo>
                  <a:pt x="224028" y="14351"/>
                  <a:pt x="209677" y="-2"/>
                  <a:pt x="192024" y="-2"/>
                </a:cubicBezTo>
                <a:lnTo>
                  <a:pt x="32004" y="-2"/>
                </a:lnTo>
                <a:cubicBezTo>
                  <a:pt x="14351" y="-2"/>
                  <a:pt x="0" y="14349"/>
                  <a:pt x="0" y="32002"/>
                </a:cubicBezTo>
                <a:lnTo>
                  <a:pt x="0" y="144016"/>
                </a:lnTo>
                <a:cubicBezTo>
                  <a:pt x="0" y="161668"/>
                  <a:pt x="14351" y="176021"/>
                  <a:pt x="32004" y="176021"/>
                </a:cubicBezTo>
                <a:lnTo>
                  <a:pt x="32004" y="176021"/>
                </a:lnTo>
                <a:moveTo>
                  <a:pt x="92661" y="200026"/>
                </a:moveTo>
                <a:lnTo>
                  <a:pt x="100662" y="176023"/>
                </a:lnTo>
                <a:lnTo>
                  <a:pt x="123366" y="176023"/>
                </a:lnTo>
                <a:lnTo>
                  <a:pt x="131367" y="200026"/>
                </a:lnTo>
                <a:lnTo>
                  <a:pt x="92661" y="200026"/>
                </a:lnTo>
                <a:moveTo>
                  <a:pt x="264033" y="24002"/>
                </a:moveTo>
                <a:lnTo>
                  <a:pt x="296037" y="24002"/>
                </a:lnTo>
                <a:lnTo>
                  <a:pt x="296037" y="40005"/>
                </a:lnTo>
                <a:lnTo>
                  <a:pt x="264033" y="40005"/>
                </a:lnTo>
                <a:lnTo>
                  <a:pt x="264033" y="24002"/>
                </a:lnTo>
                <a:moveTo>
                  <a:pt x="264033" y="64007"/>
                </a:moveTo>
                <a:lnTo>
                  <a:pt x="296037" y="64007"/>
                </a:lnTo>
                <a:lnTo>
                  <a:pt x="296037" y="80009"/>
                </a:lnTo>
                <a:lnTo>
                  <a:pt x="264033" y="80009"/>
                </a:lnTo>
                <a:lnTo>
                  <a:pt x="264033" y="64007"/>
                </a:lnTo>
                <a:moveTo>
                  <a:pt x="296037" y="104014"/>
                </a:moveTo>
                <a:lnTo>
                  <a:pt x="296037" y="200026"/>
                </a:lnTo>
                <a:lnTo>
                  <a:pt x="264033" y="200026"/>
                </a:lnTo>
                <a:lnTo>
                  <a:pt x="264033" y="104014"/>
                </a:lnTo>
                <a:lnTo>
                  <a:pt x="296037" y="104014"/>
                </a:lnTo>
                <a:moveTo>
                  <a:pt x="240030" y="24002"/>
                </a:moveTo>
                <a:lnTo>
                  <a:pt x="240030" y="200023"/>
                </a:lnTo>
                <a:cubicBezTo>
                  <a:pt x="240030" y="213275"/>
                  <a:pt x="250780" y="224026"/>
                  <a:pt x="264033" y="224026"/>
                </a:cubicBezTo>
                <a:lnTo>
                  <a:pt x="296037" y="224026"/>
                </a:lnTo>
                <a:cubicBezTo>
                  <a:pt x="309290" y="224026"/>
                  <a:pt x="320040" y="213275"/>
                  <a:pt x="320040" y="200023"/>
                </a:cubicBezTo>
                <a:lnTo>
                  <a:pt x="320040" y="24002"/>
                </a:lnTo>
                <a:cubicBezTo>
                  <a:pt x="320040" y="10751"/>
                  <a:pt x="309290" y="0"/>
                  <a:pt x="296037" y="0"/>
                </a:cubicBezTo>
                <a:lnTo>
                  <a:pt x="264033" y="0"/>
                </a:lnTo>
                <a:cubicBezTo>
                  <a:pt x="250780" y="0"/>
                  <a:pt x="240030" y="10751"/>
                  <a:pt x="240030" y="24002"/>
                </a:cubicBezTo>
                <a:lnTo>
                  <a:pt x="240030" y="24002"/>
                </a:lnTo>
                <a:moveTo>
                  <a:pt x="280035" y="164020"/>
                </a:moveTo>
                <a:cubicBezTo>
                  <a:pt x="286663" y="164020"/>
                  <a:pt x="292037" y="158648"/>
                  <a:pt x="292037" y="152019"/>
                </a:cubicBezTo>
                <a:cubicBezTo>
                  <a:pt x="292037" y="145390"/>
                  <a:pt x="286663" y="140017"/>
                  <a:pt x="280035" y="140017"/>
                </a:cubicBezTo>
                <a:cubicBezTo>
                  <a:pt x="273407" y="140017"/>
                  <a:pt x="268034" y="145390"/>
                  <a:pt x="268034" y="152019"/>
                </a:cubicBezTo>
                <a:cubicBezTo>
                  <a:pt x="268034" y="158648"/>
                  <a:pt x="273407" y="164020"/>
                  <a:pt x="280035" y="16402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82553" y="230217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500" dirty="0" err="1">
                <a:solidFill>
                  <a:srgbClr val="000000"/>
                </a:solidFill>
                <a:latin typeface="Figtree Regular" pitchFamily="34" charset="0"/>
                <a:ea typeface="Figtree Regular"/>
                <a:cs typeface="Figtree Regular" pitchFamily="34" charset="-120"/>
              </a:rPr>
              <a:t>Técnicas</a:t>
            </a:r>
            <a:r>
              <a:rPr lang="en-US" sz="15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y </a:t>
            </a:r>
            <a:r>
              <a:rPr lang="en-US" sz="15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enfoques</a:t>
            </a:r>
            <a:r>
              <a:rPr lang="en-US" sz="15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para </a:t>
            </a:r>
            <a:r>
              <a:rPr lang="en-US" sz="15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asegurar</a:t>
            </a:r>
            <a:r>
              <a:rPr lang="en-US" sz="15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cobertura</a:t>
            </a:r>
            <a:r>
              <a:rPr lang="en-US" sz="15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 y </a:t>
            </a:r>
            <a:r>
              <a:rPr lang="en-US" sz="1500" dirty="0" err="1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efectividad</a:t>
            </a:r>
            <a:r>
              <a:rPr lang="en-US" sz="1500" dirty="0">
                <a:solidFill>
                  <a:srgbClr val="000000"/>
                </a:solidFill>
                <a:latin typeface="Figtree Regular"/>
                <a:ea typeface="Figtree Regular" pitchFamily="34" charset="-122"/>
                <a:cs typeface="Figtree Regular" pitchFamily="34" charset="-120"/>
              </a:rPr>
              <a:t>.</a:t>
            </a:r>
            <a:endParaRPr lang="en-US" sz="1500" dirty="0">
              <a:latin typeface="Figtree Regular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82553" y="1853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3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Estrategia</a:t>
            </a:r>
            <a:endParaRPr lang="en-US" sz="2030"/>
          </a:p>
        </p:txBody>
      </p:sp>
      <p:sp>
        <p:nvSpPr>
          <p:cNvPr id="22" name="Text 20"/>
          <p:cNvSpPr/>
          <p:nvPr/>
        </p:nvSpPr>
        <p:spPr>
          <a:xfrm>
            <a:off x="6382553" y="141404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290036" y="160020"/>
                </a:moveTo>
                <a:cubicBezTo>
                  <a:pt x="290036" y="88213"/>
                  <a:pt x="231827" y="30004"/>
                  <a:pt x="160020" y="30004"/>
                </a:cubicBezTo>
                <a:cubicBezTo>
                  <a:pt x="88213" y="30004"/>
                  <a:pt x="30004" y="88213"/>
                  <a:pt x="30004" y="160020"/>
                </a:cubicBezTo>
                <a:cubicBezTo>
                  <a:pt x="30004" y="231827"/>
                  <a:pt x="88213" y="290036"/>
                  <a:pt x="160020" y="290036"/>
                </a:cubicBezTo>
                <a:cubicBezTo>
                  <a:pt x="231827" y="290036"/>
                  <a:pt x="290036" y="231827"/>
                  <a:pt x="290036" y="160020"/>
                </a:cubicBezTo>
                <a:lnTo>
                  <a:pt x="290036" y="160020"/>
                </a:lnTo>
                <a:moveTo>
                  <a:pt x="0" y="160020"/>
                </a:moveTo>
                <a:cubicBezTo>
                  <a:pt x="0" y="71644"/>
                  <a:pt x="71644" y="0"/>
                  <a:pt x="160020" y="0"/>
                </a:cubicBezTo>
                <a:cubicBezTo>
                  <a:pt x="248396" y="0"/>
                  <a:pt x="320040" y="71644"/>
                  <a:pt x="320040" y="160020"/>
                </a:cubicBezTo>
                <a:cubicBezTo>
                  <a:pt x="320040" y="248396"/>
                  <a:pt x="248396" y="320040"/>
                  <a:pt x="160020" y="320040"/>
                </a:cubicBezTo>
                <a:cubicBezTo>
                  <a:pt x="71644" y="320040"/>
                  <a:pt x="0" y="248396"/>
                  <a:pt x="0" y="160020"/>
                </a:cubicBezTo>
                <a:moveTo>
                  <a:pt x="191710" y="203213"/>
                </a:moveTo>
                <a:lnTo>
                  <a:pt x="101510" y="237905"/>
                </a:lnTo>
                <a:cubicBezTo>
                  <a:pt x="89384" y="242594"/>
                  <a:pt x="77443" y="230653"/>
                  <a:pt x="82132" y="218527"/>
                </a:cubicBezTo>
                <a:lnTo>
                  <a:pt x="116824" y="128327"/>
                </a:lnTo>
                <a:cubicBezTo>
                  <a:pt x="118888" y="123014"/>
                  <a:pt x="123014" y="118889"/>
                  <a:pt x="128326" y="116824"/>
                </a:cubicBezTo>
                <a:lnTo>
                  <a:pt x="218526" y="82132"/>
                </a:lnTo>
                <a:cubicBezTo>
                  <a:pt x="230653" y="77443"/>
                  <a:pt x="242593" y="89384"/>
                  <a:pt x="237905" y="101510"/>
                </a:cubicBezTo>
                <a:lnTo>
                  <a:pt x="203213" y="191710"/>
                </a:lnTo>
                <a:cubicBezTo>
                  <a:pt x="201212" y="197023"/>
                  <a:pt x="197023" y="201148"/>
                  <a:pt x="191710" y="203213"/>
                </a:cubicBezTo>
                <a:lnTo>
                  <a:pt x="191710" y="203213"/>
                </a:lnTo>
                <a:moveTo>
                  <a:pt x="180023" y="160020"/>
                </a:moveTo>
                <a:cubicBezTo>
                  <a:pt x="180023" y="148972"/>
                  <a:pt x="171068" y="140018"/>
                  <a:pt x="160020" y="140018"/>
                </a:cubicBezTo>
                <a:cubicBezTo>
                  <a:pt x="148972" y="140018"/>
                  <a:pt x="140017" y="148972"/>
                  <a:pt x="140017" y="160020"/>
                </a:cubicBezTo>
                <a:cubicBezTo>
                  <a:pt x="140017" y="171068"/>
                  <a:pt x="148972" y="180023"/>
                  <a:pt x="160020" y="180023"/>
                </a:cubicBezTo>
                <a:cubicBezTo>
                  <a:pt x="171068" y="180023"/>
                  <a:pt x="180023" y="171068"/>
                  <a:pt x="180023" y="16002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4473" y="230217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500" dirty="0" err="1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Definición</a:t>
            </a:r>
            <a:r>
              <a:rPr lang="en-US" sz="1500" dirty="0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clara</a:t>
            </a:r>
            <a:r>
              <a:rPr lang="en-US" sz="1500" dirty="0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 de </a:t>
            </a:r>
            <a:r>
              <a:rPr lang="en-US" sz="1500" dirty="0" err="1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funcionalidades</a:t>
            </a:r>
            <a:r>
              <a:rPr lang="en-US" sz="1500" dirty="0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 a </a:t>
            </a:r>
            <a:r>
              <a:rPr lang="en-US" sz="1500" dirty="0" err="1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validar</a:t>
            </a:r>
            <a:r>
              <a:rPr lang="en-US" sz="1500" dirty="0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 y </a:t>
            </a:r>
            <a:r>
              <a:rPr lang="en-US" sz="1500" dirty="0" err="1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escenarios</a:t>
            </a:r>
            <a:r>
              <a:rPr lang="en-US" sz="1500" dirty="0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 a </a:t>
            </a:r>
            <a:r>
              <a:rPr lang="en-US" sz="1500" dirty="0" err="1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cubrir</a:t>
            </a:r>
            <a:r>
              <a:rPr lang="en-US" sz="1500" dirty="0">
                <a:solidFill>
                  <a:srgbClr val="000000"/>
                </a:solidFill>
                <a:latin typeface="Figtree Regular"/>
                <a:ea typeface="Figtree Regular"/>
                <a:cs typeface="Figtree Regular" pitchFamily="34" charset="-120"/>
              </a:rPr>
              <a:t>.</a:t>
            </a:r>
            <a:endParaRPr lang="en-US" sz="1500" dirty="0">
              <a:latin typeface="Figtree Regular"/>
              <a:ea typeface="Figtree Regular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4473" y="1853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3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Alcance</a:t>
            </a:r>
            <a:endParaRPr lang="en-US" sz="2030"/>
          </a:p>
        </p:txBody>
      </p:sp>
      <p:sp>
        <p:nvSpPr>
          <p:cNvPr id="25" name="Text 23"/>
          <p:cNvSpPr/>
          <p:nvPr/>
        </p:nvSpPr>
        <p:spPr>
          <a:xfrm>
            <a:off x="3694477" y="1414048"/>
            <a:ext cx="240030" cy="320040"/>
          </a:xfrm>
          <a:custGeom>
            <a:avLst/>
            <a:gdLst/>
            <a:ahLst/>
            <a:cxnLst/>
            <a:rect l="l" t="t" r="r" b="b"/>
            <a:pathLst>
              <a:path w="240030" h="320040">
                <a:moveTo>
                  <a:pt x="175023" y="40005"/>
                </a:moveTo>
                <a:lnTo>
                  <a:pt x="200027" y="40005"/>
                </a:lnTo>
                <a:cubicBezTo>
                  <a:pt x="222093" y="40005"/>
                  <a:pt x="240032" y="57943"/>
                  <a:pt x="240032" y="80010"/>
                </a:cubicBezTo>
                <a:lnTo>
                  <a:pt x="240032" y="280035"/>
                </a:lnTo>
                <a:cubicBezTo>
                  <a:pt x="240032" y="302102"/>
                  <a:pt x="222092" y="320040"/>
                  <a:pt x="200027" y="320040"/>
                </a:cubicBezTo>
                <a:lnTo>
                  <a:pt x="40006" y="320040"/>
                </a:lnTo>
                <a:cubicBezTo>
                  <a:pt x="17940" y="320040"/>
                  <a:pt x="0" y="302102"/>
                  <a:pt x="0" y="280035"/>
                </a:cubicBezTo>
                <a:lnTo>
                  <a:pt x="0" y="80010"/>
                </a:lnTo>
                <a:cubicBezTo>
                  <a:pt x="0" y="57943"/>
                  <a:pt x="17940" y="40005"/>
                  <a:pt x="40006" y="40005"/>
                </a:cubicBezTo>
                <a:lnTo>
                  <a:pt x="65010" y="40005"/>
                </a:lnTo>
                <a:lnTo>
                  <a:pt x="71010" y="40005"/>
                </a:lnTo>
                <a:cubicBezTo>
                  <a:pt x="75636" y="17189"/>
                  <a:pt x="95827" y="0"/>
                  <a:pt x="120017" y="0"/>
                </a:cubicBezTo>
                <a:cubicBezTo>
                  <a:pt x="144208" y="0"/>
                  <a:pt x="164399" y="17189"/>
                  <a:pt x="169024" y="40005"/>
                </a:cubicBezTo>
                <a:lnTo>
                  <a:pt x="175023" y="40005"/>
                </a:lnTo>
                <a:moveTo>
                  <a:pt x="40006" y="70009"/>
                </a:moveTo>
                <a:cubicBezTo>
                  <a:pt x="34504" y="70009"/>
                  <a:pt x="30004" y="74509"/>
                  <a:pt x="30004" y="80010"/>
                </a:cubicBezTo>
                <a:lnTo>
                  <a:pt x="30004" y="280035"/>
                </a:lnTo>
                <a:cubicBezTo>
                  <a:pt x="30004" y="285536"/>
                  <a:pt x="34504" y="290036"/>
                  <a:pt x="40006" y="290036"/>
                </a:cubicBezTo>
                <a:lnTo>
                  <a:pt x="200027" y="290036"/>
                </a:lnTo>
                <a:cubicBezTo>
                  <a:pt x="205528" y="290036"/>
                  <a:pt x="210029" y="285536"/>
                  <a:pt x="210029" y="280035"/>
                </a:cubicBezTo>
                <a:lnTo>
                  <a:pt x="210029" y="80010"/>
                </a:lnTo>
                <a:cubicBezTo>
                  <a:pt x="210029" y="74509"/>
                  <a:pt x="205528" y="70009"/>
                  <a:pt x="200027" y="70009"/>
                </a:cubicBezTo>
                <a:lnTo>
                  <a:pt x="190025" y="70009"/>
                </a:lnTo>
                <a:lnTo>
                  <a:pt x="190025" y="85012"/>
                </a:lnTo>
                <a:cubicBezTo>
                  <a:pt x="190025" y="93327"/>
                  <a:pt x="183337" y="100016"/>
                  <a:pt x="175023" y="100016"/>
                </a:cubicBezTo>
                <a:lnTo>
                  <a:pt x="120015" y="100016"/>
                </a:lnTo>
                <a:lnTo>
                  <a:pt x="65007" y="100016"/>
                </a:lnTo>
                <a:cubicBezTo>
                  <a:pt x="56693" y="100016"/>
                  <a:pt x="50005" y="93327"/>
                  <a:pt x="50005" y="85015"/>
                </a:cubicBezTo>
                <a:lnTo>
                  <a:pt x="50005" y="70015"/>
                </a:lnTo>
                <a:lnTo>
                  <a:pt x="40006" y="70009"/>
                </a:lnTo>
                <a:moveTo>
                  <a:pt x="120015" y="65010"/>
                </a:moveTo>
                <a:cubicBezTo>
                  <a:pt x="128301" y="65010"/>
                  <a:pt x="135017" y="58292"/>
                  <a:pt x="135017" y="50009"/>
                </a:cubicBezTo>
                <a:cubicBezTo>
                  <a:pt x="135017" y="41724"/>
                  <a:pt x="128301" y="35009"/>
                  <a:pt x="120015" y="35009"/>
                </a:cubicBezTo>
                <a:cubicBezTo>
                  <a:pt x="111729" y="35009"/>
                  <a:pt x="105013" y="41727"/>
                  <a:pt x="105013" y="50013"/>
                </a:cubicBezTo>
                <a:cubicBezTo>
                  <a:pt x="105013" y="58299"/>
                  <a:pt x="111729" y="65016"/>
                  <a:pt x="120015" y="65016"/>
                </a:cubicBezTo>
                <a:lnTo>
                  <a:pt x="120015" y="6501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72646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781957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blipFill>
            <a:blip r:embed="rId4"/>
            <a:srcRect/>
            <a:stretch>
              <a:fillRect l="-49069" r="-49069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72646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Planificación de pruebas - Herramientas en IDEs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3463458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/>
                <a:ea typeface="Figtree Regular"/>
              </a:rPr>
              <a:t>14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90333" y="6309360"/>
            <a:ext cx="7008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46724" y="54917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Soporte nativo para pytest y unittest, visualización gráfica de resultados y medición de cobertura.</a:t>
            </a:r>
            <a:endParaRPr lang="en-US" sz="1740"/>
          </a:p>
        </p:txBody>
      </p:sp>
      <p:sp>
        <p:nvSpPr>
          <p:cNvPr id="13" name="Text 11"/>
          <p:cNvSpPr/>
          <p:nvPr/>
        </p:nvSpPr>
        <p:spPr>
          <a:xfrm>
            <a:off x="4346724" y="5075201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PyCharm</a:t>
            </a:r>
            <a:endParaRPr lang="en-US" sz="2030"/>
          </a:p>
        </p:txBody>
      </p:sp>
      <p:sp>
        <p:nvSpPr>
          <p:cNvPr id="14" name="Text 12"/>
          <p:cNvSpPr/>
          <p:nvPr/>
        </p:nvSpPr>
        <p:spPr>
          <a:xfrm>
            <a:off x="4346724" y="4368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Extensiones que colaboran con Azure Test Plans y Selenium para pruebas automáticas y de regresión.</a:t>
            </a:r>
            <a:endParaRPr lang="en-US" sz="1740"/>
          </a:p>
        </p:txBody>
      </p:sp>
      <p:sp>
        <p:nvSpPr>
          <p:cNvPr id="15" name="Text 13"/>
          <p:cNvSpPr/>
          <p:nvPr/>
        </p:nvSpPr>
        <p:spPr>
          <a:xfrm>
            <a:off x="4346724" y="3952398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Visual Studio Code</a:t>
            </a:r>
            <a:endParaRPr lang="en-US" sz="2030"/>
          </a:p>
        </p:txBody>
      </p:sp>
      <p:sp>
        <p:nvSpPr>
          <p:cNvPr id="16" name="Text 14"/>
          <p:cNvSpPr/>
          <p:nvPr/>
        </p:nvSpPr>
        <p:spPr>
          <a:xfrm>
            <a:off x="4346724" y="32021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Uso de JUnit y TestNG para pruebas unitarias con funciones avanzadas y generación de informes.</a:t>
            </a:r>
            <a:endParaRPr lang="en-US" sz="1740"/>
          </a:p>
        </p:txBody>
      </p:sp>
      <p:sp>
        <p:nvSpPr>
          <p:cNvPr id="17" name="Text 15"/>
          <p:cNvSpPr/>
          <p:nvPr/>
        </p:nvSpPr>
        <p:spPr>
          <a:xfrm>
            <a:off x="4346724" y="2785642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Eclipse</a:t>
            </a:r>
            <a:endParaRPr lang="en-US" sz="2030"/>
          </a:p>
        </p:txBody>
      </p:sp>
      <p:sp>
        <p:nvSpPr>
          <p:cNvPr id="18" name="Text 16"/>
          <p:cNvSpPr/>
          <p:nvPr/>
        </p:nvSpPr>
        <p:spPr>
          <a:xfrm>
            <a:off x="4346724" y="1600270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NetBeans</a:t>
            </a:r>
            <a:endParaRPr lang="en-US" sz="2030"/>
          </a:p>
        </p:txBody>
      </p:sp>
      <p:sp>
        <p:nvSpPr>
          <p:cNvPr id="19" name="Text 17"/>
          <p:cNvSpPr/>
          <p:nvPr/>
        </p:nvSpPr>
        <p:spPr>
          <a:xfrm>
            <a:off x="4346724" y="2016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174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Integración con plugins y módulos como JUnit, incluye depuración visual y análisis de código.</a:t>
            </a:r>
            <a:endParaRPr lang="en-US" sz="1740"/>
          </a:p>
        </p:txBody>
      </p:sp>
      <p:sp>
        <p:nvSpPr>
          <p:cNvPr id="20" name="Text 18"/>
          <p:cNvSpPr/>
          <p:nvPr/>
        </p:nvSpPr>
        <p:spPr>
          <a:xfrm>
            <a:off x="3672646" y="5097597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371475" y="42861"/>
                </a:moveTo>
                <a:cubicBezTo>
                  <a:pt x="379334" y="42861"/>
                  <a:pt x="385763" y="49290"/>
                  <a:pt x="385763" y="57147"/>
                </a:cubicBezTo>
                <a:cubicBezTo>
                  <a:pt x="385763" y="65004"/>
                  <a:pt x="379334" y="71433"/>
                  <a:pt x="371475" y="71433"/>
                </a:cubicBezTo>
                <a:lnTo>
                  <a:pt x="85725" y="71433"/>
                </a:lnTo>
                <a:cubicBezTo>
                  <a:pt x="77866" y="71433"/>
                  <a:pt x="71438" y="65004"/>
                  <a:pt x="71438" y="57147"/>
                </a:cubicBezTo>
                <a:cubicBezTo>
                  <a:pt x="71438" y="49290"/>
                  <a:pt x="77866" y="42861"/>
                  <a:pt x="85725" y="42861"/>
                </a:cubicBezTo>
                <a:lnTo>
                  <a:pt x="371475" y="42861"/>
                </a:lnTo>
                <a:moveTo>
                  <a:pt x="85725" y="0"/>
                </a:moveTo>
                <a:cubicBezTo>
                  <a:pt x="54201" y="0"/>
                  <a:pt x="28575" y="25627"/>
                  <a:pt x="28575" y="57151"/>
                </a:cubicBezTo>
                <a:cubicBezTo>
                  <a:pt x="28575" y="88671"/>
                  <a:pt x="54201" y="114302"/>
                  <a:pt x="85725" y="114302"/>
                </a:cubicBezTo>
                <a:lnTo>
                  <a:pt x="207171" y="114302"/>
                </a:lnTo>
                <a:lnTo>
                  <a:pt x="207171" y="128588"/>
                </a:lnTo>
                <a:lnTo>
                  <a:pt x="198329" y="137429"/>
                </a:lnTo>
                <a:lnTo>
                  <a:pt x="173238" y="162520"/>
                </a:lnTo>
                <a:lnTo>
                  <a:pt x="164309" y="171449"/>
                </a:lnTo>
                <a:lnTo>
                  <a:pt x="114305" y="171449"/>
                </a:lnTo>
                <a:cubicBezTo>
                  <a:pt x="70907" y="171449"/>
                  <a:pt x="35726" y="206634"/>
                  <a:pt x="35726" y="250031"/>
                </a:cubicBezTo>
                <a:lnTo>
                  <a:pt x="35726" y="285752"/>
                </a:lnTo>
                <a:lnTo>
                  <a:pt x="28584" y="285752"/>
                </a:lnTo>
                <a:cubicBezTo>
                  <a:pt x="12779" y="285752"/>
                  <a:pt x="9" y="298521"/>
                  <a:pt x="9" y="314327"/>
                </a:cubicBezTo>
                <a:lnTo>
                  <a:pt x="9" y="371478"/>
                </a:lnTo>
                <a:cubicBezTo>
                  <a:pt x="9" y="387284"/>
                  <a:pt x="12779" y="400054"/>
                  <a:pt x="28584" y="400054"/>
                </a:cubicBezTo>
                <a:lnTo>
                  <a:pt x="85734" y="400054"/>
                </a:lnTo>
                <a:cubicBezTo>
                  <a:pt x="101540" y="400054"/>
                  <a:pt x="114309" y="387284"/>
                  <a:pt x="114309" y="371478"/>
                </a:cubicBezTo>
                <a:lnTo>
                  <a:pt x="114309" y="314327"/>
                </a:lnTo>
                <a:cubicBezTo>
                  <a:pt x="114309" y="298521"/>
                  <a:pt x="101540" y="285752"/>
                  <a:pt x="85734" y="285752"/>
                </a:cubicBezTo>
                <a:lnTo>
                  <a:pt x="78593" y="285752"/>
                </a:lnTo>
                <a:lnTo>
                  <a:pt x="78593" y="250031"/>
                </a:lnTo>
                <a:cubicBezTo>
                  <a:pt x="78593" y="230297"/>
                  <a:pt x="94576" y="214311"/>
                  <a:pt x="114314" y="214311"/>
                </a:cubicBezTo>
                <a:lnTo>
                  <a:pt x="164322" y="214311"/>
                </a:lnTo>
                <a:lnTo>
                  <a:pt x="173165" y="223152"/>
                </a:lnTo>
                <a:lnTo>
                  <a:pt x="198256" y="248243"/>
                </a:lnTo>
                <a:lnTo>
                  <a:pt x="207185" y="257172"/>
                </a:lnTo>
                <a:lnTo>
                  <a:pt x="207185" y="285748"/>
                </a:lnTo>
                <a:lnTo>
                  <a:pt x="200043" y="285748"/>
                </a:lnTo>
                <a:cubicBezTo>
                  <a:pt x="184238" y="285748"/>
                  <a:pt x="171468" y="298517"/>
                  <a:pt x="171468" y="314323"/>
                </a:cubicBezTo>
                <a:lnTo>
                  <a:pt x="171468" y="371474"/>
                </a:lnTo>
                <a:cubicBezTo>
                  <a:pt x="171468" y="387280"/>
                  <a:pt x="184238" y="400050"/>
                  <a:pt x="200043" y="400050"/>
                </a:cubicBezTo>
                <a:lnTo>
                  <a:pt x="257193" y="400050"/>
                </a:lnTo>
                <a:cubicBezTo>
                  <a:pt x="272999" y="400050"/>
                  <a:pt x="285768" y="387280"/>
                  <a:pt x="285768" y="371474"/>
                </a:cubicBezTo>
                <a:lnTo>
                  <a:pt x="285768" y="314323"/>
                </a:lnTo>
                <a:cubicBezTo>
                  <a:pt x="285768" y="298517"/>
                  <a:pt x="272999" y="285748"/>
                  <a:pt x="257193" y="285748"/>
                </a:cubicBezTo>
                <a:lnTo>
                  <a:pt x="250052" y="285748"/>
                </a:lnTo>
                <a:lnTo>
                  <a:pt x="250052" y="257172"/>
                </a:lnTo>
                <a:lnTo>
                  <a:pt x="258894" y="248331"/>
                </a:lnTo>
                <a:lnTo>
                  <a:pt x="283985" y="223240"/>
                </a:lnTo>
                <a:lnTo>
                  <a:pt x="292914" y="214311"/>
                </a:lnTo>
                <a:lnTo>
                  <a:pt x="342923" y="214311"/>
                </a:lnTo>
                <a:cubicBezTo>
                  <a:pt x="362656" y="214311"/>
                  <a:pt x="378644" y="230297"/>
                  <a:pt x="378644" y="250031"/>
                </a:cubicBezTo>
                <a:lnTo>
                  <a:pt x="378644" y="285752"/>
                </a:lnTo>
                <a:lnTo>
                  <a:pt x="371502" y="285752"/>
                </a:lnTo>
                <a:cubicBezTo>
                  <a:pt x="355697" y="285752"/>
                  <a:pt x="342927" y="298521"/>
                  <a:pt x="342927" y="314327"/>
                </a:cubicBezTo>
                <a:lnTo>
                  <a:pt x="342927" y="371478"/>
                </a:lnTo>
                <a:cubicBezTo>
                  <a:pt x="342927" y="387284"/>
                  <a:pt x="355697" y="400054"/>
                  <a:pt x="371502" y="400054"/>
                </a:cubicBezTo>
                <a:lnTo>
                  <a:pt x="428652" y="400054"/>
                </a:lnTo>
                <a:cubicBezTo>
                  <a:pt x="444458" y="400054"/>
                  <a:pt x="457227" y="387284"/>
                  <a:pt x="457227" y="371478"/>
                </a:cubicBezTo>
                <a:lnTo>
                  <a:pt x="457227" y="314327"/>
                </a:lnTo>
                <a:cubicBezTo>
                  <a:pt x="457227" y="298521"/>
                  <a:pt x="444458" y="285752"/>
                  <a:pt x="428652" y="285752"/>
                </a:cubicBezTo>
                <a:lnTo>
                  <a:pt x="421511" y="285752"/>
                </a:lnTo>
                <a:lnTo>
                  <a:pt x="421511" y="250031"/>
                </a:lnTo>
                <a:cubicBezTo>
                  <a:pt x="421511" y="206634"/>
                  <a:pt x="386329" y="171449"/>
                  <a:pt x="342932" y="171449"/>
                </a:cubicBezTo>
                <a:lnTo>
                  <a:pt x="292928" y="171449"/>
                </a:lnTo>
                <a:lnTo>
                  <a:pt x="284086" y="162608"/>
                </a:lnTo>
                <a:lnTo>
                  <a:pt x="258995" y="137517"/>
                </a:lnTo>
                <a:lnTo>
                  <a:pt x="250066" y="128588"/>
                </a:lnTo>
                <a:lnTo>
                  <a:pt x="250066" y="114302"/>
                </a:lnTo>
                <a:lnTo>
                  <a:pt x="371512" y="114302"/>
                </a:lnTo>
                <a:cubicBezTo>
                  <a:pt x="403036" y="114302"/>
                  <a:pt x="428662" y="88675"/>
                  <a:pt x="428662" y="57151"/>
                </a:cubicBezTo>
                <a:cubicBezTo>
                  <a:pt x="428662" y="25631"/>
                  <a:pt x="403036" y="0"/>
                  <a:pt x="371512" y="0"/>
                </a:cubicBezTo>
                <a:lnTo>
                  <a:pt x="85725" y="0"/>
                </a:lnTo>
                <a:moveTo>
                  <a:pt x="42863" y="357189"/>
                </a:moveTo>
                <a:lnTo>
                  <a:pt x="42863" y="328613"/>
                </a:lnTo>
                <a:lnTo>
                  <a:pt x="71438" y="328613"/>
                </a:lnTo>
                <a:lnTo>
                  <a:pt x="71438" y="357189"/>
                </a:lnTo>
                <a:lnTo>
                  <a:pt x="42863" y="357189"/>
                </a:lnTo>
                <a:moveTo>
                  <a:pt x="214313" y="357189"/>
                </a:moveTo>
                <a:lnTo>
                  <a:pt x="214313" y="328613"/>
                </a:lnTo>
                <a:lnTo>
                  <a:pt x="242888" y="328613"/>
                </a:lnTo>
                <a:lnTo>
                  <a:pt x="242888" y="357189"/>
                </a:lnTo>
                <a:lnTo>
                  <a:pt x="214313" y="357189"/>
                </a:lnTo>
                <a:moveTo>
                  <a:pt x="385763" y="357189"/>
                </a:moveTo>
                <a:lnTo>
                  <a:pt x="385763" y="328613"/>
                </a:lnTo>
                <a:lnTo>
                  <a:pt x="414338" y="328613"/>
                </a:lnTo>
                <a:lnTo>
                  <a:pt x="414338" y="357189"/>
                </a:lnTo>
                <a:lnTo>
                  <a:pt x="385763" y="357189"/>
                </a:lnTo>
                <a:moveTo>
                  <a:pt x="203509" y="192880"/>
                </a:moveTo>
                <a:lnTo>
                  <a:pt x="228600" y="167789"/>
                </a:lnTo>
                <a:lnTo>
                  <a:pt x="253691" y="192880"/>
                </a:lnTo>
                <a:lnTo>
                  <a:pt x="228600" y="217971"/>
                </a:lnTo>
                <a:lnTo>
                  <a:pt x="203509" y="19288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83560" y="3992146"/>
            <a:ext cx="457200" cy="365760"/>
          </a:xfrm>
          <a:custGeom>
            <a:avLst/>
            <a:gdLst/>
            <a:ahLst/>
            <a:cxnLst/>
            <a:rect l="l" t="t" r="r" b="b"/>
            <a:pathLst>
              <a:path w="457200" h="365760">
                <a:moveTo>
                  <a:pt x="228600" y="0"/>
                </a:moveTo>
                <a:cubicBezTo>
                  <a:pt x="238101" y="0"/>
                  <a:pt x="245745" y="7644"/>
                  <a:pt x="245745" y="17147"/>
                </a:cubicBezTo>
                <a:lnTo>
                  <a:pt x="245745" y="68584"/>
                </a:lnTo>
                <a:lnTo>
                  <a:pt x="320040" y="68584"/>
                </a:lnTo>
                <a:cubicBezTo>
                  <a:pt x="357901" y="68584"/>
                  <a:pt x="388620" y="99300"/>
                  <a:pt x="388620" y="137164"/>
                </a:cubicBezTo>
                <a:lnTo>
                  <a:pt x="388620" y="297184"/>
                </a:lnTo>
                <a:cubicBezTo>
                  <a:pt x="388620" y="335047"/>
                  <a:pt x="357901" y="365764"/>
                  <a:pt x="320040" y="365764"/>
                </a:cubicBezTo>
                <a:lnTo>
                  <a:pt x="137160" y="365764"/>
                </a:lnTo>
                <a:cubicBezTo>
                  <a:pt x="99299" y="365764"/>
                  <a:pt x="68580" y="335047"/>
                  <a:pt x="68580" y="297184"/>
                </a:cubicBezTo>
                <a:lnTo>
                  <a:pt x="68580" y="137164"/>
                </a:lnTo>
                <a:cubicBezTo>
                  <a:pt x="68580" y="99300"/>
                  <a:pt x="99299" y="68584"/>
                  <a:pt x="137160" y="68584"/>
                </a:cubicBezTo>
                <a:lnTo>
                  <a:pt x="211455" y="68584"/>
                </a:lnTo>
                <a:lnTo>
                  <a:pt x="211455" y="17150"/>
                </a:lnTo>
                <a:cubicBezTo>
                  <a:pt x="211455" y="7648"/>
                  <a:pt x="219099" y="7"/>
                  <a:pt x="228600" y="7"/>
                </a:cubicBezTo>
                <a:lnTo>
                  <a:pt x="228600" y="0"/>
                </a:lnTo>
                <a:moveTo>
                  <a:pt x="137160" y="102870"/>
                </a:moveTo>
                <a:cubicBezTo>
                  <a:pt x="118227" y="102870"/>
                  <a:pt x="102870" y="118228"/>
                  <a:pt x="102870" y="137160"/>
                </a:cubicBezTo>
                <a:lnTo>
                  <a:pt x="102870" y="297180"/>
                </a:lnTo>
                <a:cubicBezTo>
                  <a:pt x="102870" y="316112"/>
                  <a:pt x="118227" y="331470"/>
                  <a:pt x="137160" y="331470"/>
                </a:cubicBezTo>
                <a:lnTo>
                  <a:pt x="320040" y="331470"/>
                </a:lnTo>
                <a:cubicBezTo>
                  <a:pt x="338973" y="331470"/>
                  <a:pt x="354330" y="316112"/>
                  <a:pt x="354330" y="297180"/>
                </a:cubicBezTo>
                <a:lnTo>
                  <a:pt x="354330" y="137160"/>
                </a:lnTo>
                <a:cubicBezTo>
                  <a:pt x="354330" y="118228"/>
                  <a:pt x="338973" y="102870"/>
                  <a:pt x="320040" y="102870"/>
                </a:cubicBezTo>
                <a:lnTo>
                  <a:pt x="228600" y="102870"/>
                </a:lnTo>
                <a:lnTo>
                  <a:pt x="137160" y="102870"/>
                </a:lnTo>
                <a:moveTo>
                  <a:pt x="34290" y="160020"/>
                </a:moveTo>
                <a:lnTo>
                  <a:pt x="45720" y="160020"/>
                </a:lnTo>
                <a:lnTo>
                  <a:pt x="45720" y="297180"/>
                </a:lnTo>
                <a:lnTo>
                  <a:pt x="34290" y="297180"/>
                </a:lnTo>
                <a:cubicBezTo>
                  <a:pt x="15357" y="297180"/>
                  <a:pt x="0" y="281822"/>
                  <a:pt x="0" y="262890"/>
                </a:cubicBezTo>
                <a:lnTo>
                  <a:pt x="0" y="194310"/>
                </a:lnTo>
                <a:cubicBezTo>
                  <a:pt x="0" y="175378"/>
                  <a:pt x="15357" y="160020"/>
                  <a:pt x="34290" y="160020"/>
                </a:cubicBezTo>
                <a:lnTo>
                  <a:pt x="34290" y="160020"/>
                </a:lnTo>
                <a:moveTo>
                  <a:pt x="422910" y="160020"/>
                </a:moveTo>
                <a:cubicBezTo>
                  <a:pt x="441843" y="160020"/>
                  <a:pt x="457200" y="175378"/>
                  <a:pt x="457200" y="194310"/>
                </a:cubicBezTo>
                <a:lnTo>
                  <a:pt x="457200" y="262890"/>
                </a:lnTo>
                <a:cubicBezTo>
                  <a:pt x="457200" y="281822"/>
                  <a:pt x="441843" y="297180"/>
                  <a:pt x="422910" y="297180"/>
                </a:cubicBezTo>
                <a:lnTo>
                  <a:pt x="411480" y="297180"/>
                </a:lnTo>
                <a:lnTo>
                  <a:pt x="411480" y="160020"/>
                </a:lnTo>
                <a:lnTo>
                  <a:pt x="422910" y="160020"/>
                </a:lnTo>
                <a:moveTo>
                  <a:pt x="148590" y="274320"/>
                </a:moveTo>
                <a:lnTo>
                  <a:pt x="171450" y="274320"/>
                </a:lnTo>
                <a:cubicBezTo>
                  <a:pt x="177737" y="274320"/>
                  <a:pt x="182880" y="279463"/>
                  <a:pt x="182880" y="285750"/>
                </a:cubicBezTo>
                <a:cubicBezTo>
                  <a:pt x="182880" y="292037"/>
                  <a:pt x="177737" y="297180"/>
                  <a:pt x="171450" y="297180"/>
                </a:cubicBezTo>
                <a:lnTo>
                  <a:pt x="148590" y="297180"/>
                </a:lnTo>
                <a:cubicBezTo>
                  <a:pt x="142304" y="297180"/>
                  <a:pt x="137160" y="292037"/>
                  <a:pt x="137160" y="285750"/>
                </a:cubicBezTo>
                <a:cubicBezTo>
                  <a:pt x="137160" y="279463"/>
                  <a:pt x="142304" y="274320"/>
                  <a:pt x="148590" y="274320"/>
                </a:cubicBezTo>
                <a:moveTo>
                  <a:pt x="217170" y="274320"/>
                </a:moveTo>
                <a:lnTo>
                  <a:pt x="240030" y="274320"/>
                </a:lnTo>
                <a:cubicBezTo>
                  <a:pt x="246316" y="274320"/>
                  <a:pt x="251460" y="279463"/>
                  <a:pt x="251460" y="285750"/>
                </a:cubicBezTo>
                <a:cubicBezTo>
                  <a:pt x="251460" y="292037"/>
                  <a:pt x="246316" y="297180"/>
                  <a:pt x="240030" y="297180"/>
                </a:cubicBezTo>
                <a:lnTo>
                  <a:pt x="217170" y="297180"/>
                </a:lnTo>
                <a:cubicBezTo>
                  <a:pt x="210884" y="297180"/>
                  <a:pt x="205740" y="292037"/>
                  <a:pt x="205740" y="285750"/>
                </a:cubicBezTo>
                <a:cubicBezTo>
                  <a:pt x="205740" y="279463"/>
                  <a:pt x="210884" y="274320"/>
                  <a:pt x="217170" y="274320"/>
                </a:cubicBezTo>
                <a:moveTo>
                  <a:pt x="285750" y="274320"/>
                </a:moveTo>
                <a:lnTo>
                  <a:pt x="308610" y="274320"/>
                </a:lnTo>
                <a:cubicBezTo>
                  <a:pt x="314896" y="274320"/>
                  <a:pt x="320040" y="279463"/>
                  <a:pt x="320040" y="285750"/>
                </a:cubicBezTo>
                <a:cubicBezTo>
                  <a:pt x="320040" y="292037"/>
                  <a:pt x="314897" y="297180"/>
                  <a:pt x="308610" y="297180"/>
                </a:cubicBezTo>
                <a:lnTo>
                  <a:pt x="285750" y="297180"/>
                </a:lnTo>
                <a:cubicBezTo>
                  <a:pt x="279464" y="297180"/>
                  <a:pt x="274320" y="292037"/>
                  <a:pt x="274320" y="285750"/>
                </a:cubicBezTo>
                <a:cubicBezTo>
                  <a:pt x="274320" y="279463"/>
                  <a:pt x="279464" y="274320"/>
                  <a:pt x="285750" y="274320"/>
                </a:cubicBezTo>
                <a:moveTo>
                  <a:pt x="142875" y="182880"/>
                </a:moveTo>
                <a:cubicBezTo>
                  <a:pt x="142875" y="167097"/>
                  <a:pt x="155667" y="154307"/>
                  <a:pt x="171450" y="154307"/>
                </a:cubicBezTo>
                <a:cubicBezTo>
                  <a:pt x="187233" y="154307"/>
                  <a:pt x="200025" y="167101"/>
                  <a:pt x="200025" y="182884"/>
                </a:cubicBezTo>
                <a:cubicBezTo>
                  <a:pt x="200025" y="198666"/>
                  <a:pt x="187233" y="211460"/>
                  <a:pt x="171450" y="211460"/>
                </a:cubicBezTo>
                <a:cubicBezTo>
                  <a:pt x="155667" y="211460"/>
                  <a:pt x="142875" y="198666"/>
                  <a:pt x="142875" y="182887"/>
                </a:cubicBezTo>
                <a:lnTo>
                  <a:pt x="142875" y="182880"/>
                </a:lnTo>
                <a:moveTo>
                  <a:pt x="285750" y="154307"/>
                </a:moveTo>
                <a:cubicBezTo>
                  <a:pt x="301533" y="154307"/>
                  <a:pt x="314325" y="167101"/>
                  <a:pt x="314325" y="182884"/>
                </a:cubicBezTo>
                <a:cubicBezTo>
                  <a:pt x="314325" y="198666"/>
                  <a:pt x="301533" y="211460"/>
                  <a:pt x="285750" y="211460"/>
                </a:cubicBezTo>
                <a:cubicBezTo>
                  <a:pt x="269967" y="211460"/>
                  <a:pt x="257175" y="198666"/>
                  <a:pt x="257175" y="182887"/>
                </a:cubicBezTo>
                <a:cubicBezTo>
                  <a:pt x="257175" y="167105"/>
                  <a:pt x="269967" y="154314"/>
                  <a:pt x="285750" y="154314"/>
                </a:cubicBezTo>
                <a:lnTo>
                  <a:pt x="285750" y="15430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83560" y="2825238"/>
            <a:ext cx="457200" cy="365729"/>
          </a:xfrm>
          <a:custGeom>
            <a:avLst/>
            <a:gdLst/>
            <a:ahLst/>
            <a:cxnLst/>
            <a:rect l="l" t="t" r="r" b="b"/>
            <a:pathLst>
              <a:path w="457200" h="365729">
                <a:moveTo>
                  <a:pt x="285105" y="772"/>
                </a:moveTo>
                <a:cubicBezTo>
                  <a:pt x="276035" y="-2015"/>
                  <a:pt x="266461" y="2988"/>
                  <a:pt x="263676" y="12058"/>
                </a:cubicBezTo>
                <a:lnTo>
                  <a:pt x="160806" y="343529"/>
                </a:lnTo>
                <a:cubicBezTo>
                  <a:pt x="158022" y="352603"/>
                  <a:pt x="163019" y="362174"/>
                  <a:pt x="172095" y="364961"/>
                </a:cubicBezTo>
                <a:cubicBezTo>
                  <a:pt x="181166" y="367748"/>
                  <a:pt x="190739" y="362745"/>
                  <a:pt x="193528" y="353675"/>
                </a:cubicBezTo>
                <a:lnTo>
                  <a:pt x="296398" y="22203"/>
                </a:lnTo>
                <a:cubicBezTo>
                  <a:pt x="299183" y="13130"/>
                  <a:pt x="294185" y="3559"/>
                  <a:pt x="285110" y="772"/>
                </a:cubicBezTo>
                <a:lnTo>
                  <a:pt x="285105" y="772"/>
                </a:lnTo>
                <a:moveTo>
                  <a:pt x="336115" y="85423"/>
                </a:moveTo>
                <a:cubicBezTo>
                  <a:pt x="329614" y="92354"/>
                  <a:pt x="329970" y="103212"/>
                  <a:pt x="336902" y="109642"/>
                </a:cubicBezTo>
                <a:lnTo>
                  <a:pt x="414982" y="182865"/>
                </a:lnTo>
                <a:lnTo>
                  <a:pt x="336902" y="256087"/>
                </a:lnTo>
                <a:cubicBezTo>
                  <a:pt x="329970" y="262586"/>
                  <a:pt x="329614" y="273445"/>
                  <a:pt x="336115" y="280306"/>
                </a:cubicBezTo>
                <a:cubicBezTo>
                  <a:pt x="342617" y="287163"/>
                  <a:pt x="353475" y="287591"/>
                  <a:pt x="360333" y="281092"/>
                </a:cubicBezTo>
                <a:lnTo>
                  <a:pt x="451773" y="195369"/>
                </a:lnTo>
                <a:cubicBezTo>
                  <a:pt x="455202" y="192154"/>
                  <a:pt x="457200" y="187582"/>
                  <a:pt x="457200" y="182868"/>
                </a:cubicBezTo>
                <a:cubicBezTo>
                  <a:pt x="457200" y="178154"/>
                  <a:pt x="455271" y="173582"/>
                  <a:pt x="451773" y="170368"/>
                </a:cubicBezTo>
                <a:lnTo>
                  <a:pt x="360333" y="84644"/>
                </a:lnTo>
                <a:cubicBezTo>
                  <a:pt x="353402" y="78145"/>
                  <a:pt x="342543" y="78500"/>
                  <a:pt x="336115" y="85431"/>
                </a:cubicBezTo>
                <a:lnTo>
                  <a:pt x="336115" y="85423"/>
                </a:lnTo>
                <a:moveTo>
                  <a:pt x="121085" y="85423"/>
                </a:moveTo>
                <a:cubicBezTo>
                  <a:pt x="114583" y="78493"/>
                  <a:pt x="103725" y="78138"/>
                  <a:pt x="96867" y="84637"/>
                </a:cubicBezTo>
                <a:lnTo>
                  <a:pt x="5427" y="170360"/>
                </a:lnTo>
                <a:cubicBezTo>
                  <a:pt x="1925" y="173575"/>
                  <a:pt x="0" y="178147"/>
                  <a:pt x="0" y="182861"/>
                </a:cubicBezTo>
                <a:cubicBezTo>
                  <a:pt x="0" y="187575"/>
                  <a:pt x="1929" y="192147"/>
                  <a:pt x="5432" y="195362"/>
                </a:cubicBezTo>
                <a:lnTo>
                  <a:pt x="96872" y="281085"/>
                </a:lnTo>
                <a:cubicBezTo>
                  <a:pt x="103803" y="287584"/>
                  <a:pt x="114661" y="287229"/>
                  <a:pt x="121089" y="280299"/>
                </a:cubicBezTo>
                <a:cubicBezTo>
                  <a:pt x="127518" y="273368"/>
                  <a:pt x="127234" y="262509"/>
                  <a:pt x="120303" y="256080"/>
                </a:cubicBezTo>
                <a:lnTo>
                  <a:pt x="42222" y="182857"/>
                </a:lnTo>
                <a:lnTo>
                  <a:pt x="120303" y="109635"/>
                </a:lnTo>
                <a:cubicBezTo>
                  <a:pt x="127234" y="103136"/>
                  <a:pt x="127591" y="92277"/>
                  <a:pt x="121089" y="85416"/>
                </a:cubicBezTo>
                <a:lnTo>
                  <a:pt x="121085" y="8542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83560" y="16041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9574" y="51165"/>
                </a:moveTo>
                <a:cubicBezTo>
                  <a:pt x="173325" y="55810"/>
                  <a:pt x="171450" y="60721"/>
                  <a:pt x="171450" y="64291"/>
                </a:cubicBezTo>
                <a:cubicBezTo>
                  <a:pt x="171450" y="68041"/>
                  <a:pt x="173594" y="73312"/>
                  <a:pt x="180736" y="78222"/>
                </a:cubicBezTo>
                <a:cubicBezTo>
                  <a:pt x="187699" y="82954"/>
                  <a:pt x="192879" y="91262"/>
                  <a:pt x="192879" y="101082"/>
                </a:cubicBezTo>
                <a:cubicBezTo>
                  <a:pt x="192879" y="116261"/>
                  <a:pt x="180557" y="128496"/>
                  <a:pt x="165465" y="128496"/>
                </a:cubicBezTo>
                <a:lnTo>
                  <a:pt x="50004" y="128588"/>
                </a:lnTo>
                <a:cubicBezTo>
                  <a:pt x="46077" y="128588"/>
                  <a:pt x="42862" y="131802"/>
                  <a:pt x="42862" y="135734"/>
                </a:cubicBezTo>
                <a:lnTo>
                  <a:pt x="42862" y="182615"/>
                </a:lnTo>
                <a:cubicBezTo>
                  <a:pt x="49469" y="180027"/>
                  <a:pt x="56702" y="178596"/>
                  <a:pt x="64296" y="178596"/>
                </a:cubicBezTo>
                <a:cubicBezTo>
                  <a:pt x="102783" y="178596"/>
                  <a:pt x="128592" y="213778"/>
                  <a:pt x="128592" y="250034"/>
                </a:cubicBezTo>
                <a:cubicBezTo>
                  <a:pt x="128592" y="286289"/>
                  <a:pt x="102783" y="321471"/>
                  <a:pt x="64301" y="321471"/>
                </a:cubicBezTo>
                <a:cubicBezTo>
                  <a:pt x="56711" y="321471"/>
                  <a:pt x="49478" y="320040"/>
                  <a:pt x="42872" y="317452"/>
                </a:cubicBezTo>
                <a:lnTo>
                  <a:pt x="42872" y="407196"/>
                </a:lnTo>
                <a:cubicBezTo>
                  <a:pt x="42872" y="411123"/>
                  <a:pt x="46086" y="414342"/>
                  <a:pt x="50018" y="414342"/>
                </a:cubicBezTo>
                <a:lnTo>
                  <a:pt x="139761" y="414342"/>
                </a:lnTo>
                <a:cubicBezTo>
                  <a:pt x="137174" y="407736"/>
                  <a:pt x="135743" y="400503"/>
                  <a:pt x="135743" y="392913"/>
                </a:cubicBezTo>
                <a:cubicBezTo>
                  <a:pt x="135743" y="354426"/>
                  <a:pt x="170924" y="328622"/>
                  <a:pt x="207180" y="328622"/>
                </a:cubicBezTo>
                <a:cubicBezTo>
                  <a:pt x="243436" y="328622"/>
                  <a:pt x="278618" y="354431"/>
                  <a:pt x="278618" y="392918"/>
                </a:cubicBezTo>
                <a:cubicBezTo>
                  <a:pt x="278618" y="400507"/>
                  <a:pt x="277187" y="407740"/>
                  <a:pt x="274599" y="414351"/>
                </a:cubicBezTo>
                <a:lnTo>
                  <a:pt x="321480" y="414351"/>
                </a:lnTo>
                <a:cubicBezTo>
                  <a:pt x="325408" y="414351"/>
                  <a:pt x="328626" y="411137"/>
                  <a:pt x="328626" y="407210"/>
                </a:cubicBezTo>
                <a:lnTo>
                  <a:pt x="328626" y="291748"/>
                </a:lnTo>
                <a:cubicBezTo>
                  <a:pt x="328626" y="276569"/>
                  <a:pt x="340948" y="264335"/>
                  <a:pt x="356040" y="264335"/>
                </a:cubicBezTo>
                <a:cubicBezTo>
                  <a:pt x="365952" y="264335"/>
                  <a:pt x="374168" y="269515"/>
                  <a:pt x="378900" y="276478"/>
                </a:cubicBezTo>
                <a:cubicBezTo>
                  <a:pt x="383810" y="283624"/>
                  <a:pt x="389082" y="285764"/>
                  <a:pt x="392831" y="285764"/>
                </a:cubicBezTo>
                <a:cubicBezTo>
                  <a:pt x="396402" y="285764"/>
                  <a:pt x="401312" y="283889"/>
                  <a:pt x="405957" y="277639"/>
                </a:cubicBezTo>
                <a:cubicBezTo>
                  <a:pt x="410602" y="271389"/>
                  <a:pt x="414260" y="261656"/>
                  <a:pt x="414260" y="250047"/>
                </a:cubicBezTo>
                <a:cubicBezTo>
                  <a:pt x="414260" y="238439"/>
                  <a:pt x="410689" y="228797"/>
                  <a:pt x="405957" y="222455"/>
                </a:cubicBezTo>
                <a:cubicBezTo>
                  <a:pt x="401225" y="216114"/>
                  <a:pt x="396402" y="214331"/>
                  <a:pt x="392831" y="214331"/>
                </a:cubicBezTo>
                <a:cubicBezTo>
                  <a:pt x="389082" y="214331"/>
                  <a:pt x="383810" y="216475"/>
                  <a:pt x="378900" y="223617"/>
                </a:cubicBezTo>
                <a:cubicBezTo>
                  <a:pt x="374168" y="230580"/>
                  <a:pt x="365861" y="235760"/>
                  <a:pt x="356040" y="235760"/>
                </a:cubicBezTo>
                <a:cubicBezTo>
                  <a:pt x="340861" y="235760"/>
                  <a:pt x="328626" y="223438"/>
                  <a:pt x="328626" y="208346"/>
                </a:cubicBezTo>
                <a:lnTo>
                  <a:pt x="328626" y="135747"/>
                </a:lnTo>
                <a:cubicBezTo>
                  <a:pt x="328626" y="131820"/>
                  <a:pt x="325412" y="128606"/>
                  <a:pt x="321485" y="128606"/>
                </a:cubicBezTo>
                <a:lnTo>
                  <a:pt x="248886" y="128606"/>
                </a:lnTo>
                <a:cubicBezTo>
                  <a:pt x="233707" y="128606"/>
                  <a:pt x="221472" y="116284"/>
                  <a:pt x="221472" y="101192"/>
                </a:cubicBezTo>
                <a:cubicBezTo>
                  <a:pt x="221472" y="91280"/>
                  <a:pt x="226652" y="83064"/>
                  <a:pt x="233615" y="78332"/>
                </a:cubicBezTo>
                <a:cubicBezTo>
                  <a:pt x="240762" y="73422"/>
                  <a:pt x="242901" y="68150"/>
                  <a:pt x="242901" y="64401"/>
                </a:cubicBezTo>
                <a:cubicBezTo>
                  <a:pt x="242901" y="60830"/>
                  <a:pt x="241027" y="55920"/>
                  <a:pt x="234777" y="51275"/>
                </a:cubicBezTo>
                <a:cubicBezTo>
                  <a:pt x="228527" y="46630"/>
                  <a:pt x="218793" y="42881"/>
                  <a:pt x="207185" y="42881"/>
                </a:cubicBezTo>
                <a:cubicBezTo>
                  <a:pt x="195576" y="42881"/>
                  <a:pt x="185934" y="46452"/>
                  <a:pt x="179593" y="51184"/>
                </a:cubicBezTo>
                <a:lnTo>
                  <a:pt x="179574" y="51165"/>
                </a:lnTo>
                <a:moveTo>
                  <a:pt x="153857" y="16875"/>
                </a:moveTo>
                <a:cubicBezTo>
                  <a:pt x="168323" y="6072"/>
                  <a:pt x="187164" y="0"/>
                  <a:pt x="207166" y="0"/>
                </a:cubicBezTo>
                <a:cubicBezTo>
                  <a:pt x="227169" y="0"/>
                  <a:pt x="246010" y="6072"/>
                  <a:pt x="260476" y="16875"/>
                </a:cubicBezTo>
                <a:cubicBezTo>
                  <a:pt x="274942" y="27679"/>
                  <a:pt x="285745" y="44202"/>
                  <a:pt x="285745" y="64291"/>
                </a:cubicBezTo>
                <a:cubicBezTo>
                  <a:pt x="285745" y="71972"/>
                  <a:pt x="284136" y="79205"/>
                  <a:pt x="281370" y="85725"/>
                </a:cubicBezTo>
                <a:lnTo>
                  <a:pt x="321466" y="85725"/>
                </a:lnTo>
                <a:cubicBezTo>
                  <a:pt x="349058" y="85725"/>
                  <a:pt x="371475" y="108137"/>
                  <a:pt x="371475" y="135734"/>
                </a:cubicBezTo>
                <a:lnTo>
                  <a:pt x="371475" y="175830"/>
                </a:lnTo>
                <a:cubicBezTo>
                  <a:pt x="377995" y="173064"/>
                  <a:pt x="385228" y="171455"/>
                  <a:pt x="392909" y="171455"/>
                </a:cubicBezTo>
                <a:cubicBezTo>
                  <a:pt x="413002" y="171455"/>
                  <a:pt x="429521" y="182350"/>
                  <a:pt x="440325" y="196724"/>
                </a:cubicBezTo>
                <a:cubicBezTo>
                  <a:pt x="451128" y="211103"/>
                  <a:pt x="457200" y="230031"/>
                  <a:pt x="457200" y="250034"/>
                </a:cubicBezTo>
                <a:cubicBezTo>
                  <a:pt x="457200" y="270036"/>
                  <a:pt x="451128" y="288877"/>
                  <a:pt x="440325" y="303343"/>
                </a:cubicBezTo>
                <a:cubicBezTo>
                  <a:pt x="429521" y="317809"/>
                  <a:pt x="412998" y="328613"/>
                  <a:pt x="392909" y="328613"/>
                </a:cubicBezTo>
                <a:cubicBezTo>
                  <a:pt x="385228" y="328613"/>
                  <a:pt x="377995" y="327003"/>
                  <a:pt x="371480" y="324237"/>
                </a:cubicBezTo>
                <a:lnTo>
                  <a:pt x="371480" y="407196"/>
                </a:lnTo>
                <a:cubicBezTo>
                  <a:pt x="371480" y="434788"/>
                  <a:pt x="349068" y="457205"/>
                  <a:pt x="321476" y="457205"/>
                </a:cubicBezTo>
                <a:lnTo>
                  <a:pt x="251734" y="457205"/>
                </a:lnTo>
                <a:cubicBezTo>
                  <a:pt x="235037" y="457205"/>
                  <a:pt x="221463" y="443630"/>
                  <a:pt x="221463" y="426933"/>
                </a:cubicBezTo>
                <a:cubicBezTo>
                  <a:pt x="221463" y="417913"/>
                  <a:pt x="225482" y="410415"/>
                  <a:pt x="230305" y="405322"/>
                </a:cubicBezTo>
                <a:cubicBezTo>
                  <a:pt x="234054" y="401481"/>
                  <a:pt x="235751" y="397106"/>
                  <a:pt x="235751" y="392909"/>
                </a:cubicBezTo>
                <a:cubicBezTo>
                  <a:pt x="235751" y="384066"/>
                  <a:pt x="226195" y="371480"/>
                  <a:pt x="207176" y="371480"/>
                </a:cubicBezTo>
                <a:cubicBezTo>
                  <a:pt x="188156" y="371480"/>
                  <a:pt x="178601" y="384071"/>
                  <a:pt x="178601" y="392913"/>
                </a:cubicBezTo>
                <a:cubicBezTo>
                  <a:pt x="178601" y="397110"/>
                  <a:pt x="180297" y="401394"/>
                  <a:pt x="184046" y="405326"/>
                </a:cubicBezTo>
                <a:cubicBezTo>
                  <a:pt x="188956" y="410415"/>
                  <a:pt x="192888" y="417917"/>
                  <a:pt x="192888" y="426938"/>
                </a:cubicBezTo>
                <a:cubicBezTo>
                  <a:pt x="192888" y="443635"/>
                  <a:pt x="179314" y="457209"/>
                  <a:pt x="162617" y="457209"/>
                </a:cubicBezTo>
                <a:lnTo>
                  <a:pt x="50013" y="457209"/>
                </a:lnTo>
                <a:cubicBezTo>
                  <a:pt x="22421" y="457209"/>
                  <a:pt x="9" y="434797"/>
                  <a:pt x="9" y="407205"/>
                </a:cubicBezTo>
                <a:lnTo>
                  <a:pt x="9" y="294601"/>
                </a:lnTo>
                <a:cubicBezTo>
                  <a:pt x="9" y="277904"/>
                  <a:pt x="13583" y="264330"/>
                  <a:pt x="30280" y="264330"/>
                </a:cubicBezTo>
                <a:cubicBezTo>
                  <a:pt x="39301" y="264330"/>
                  <a:pt x="46799" y="268349"/>
                  <a:pt x="51892" y="273172"/>
                </a:cubicBezTo>
                <a:cubicBezTo>
                  <a:pt x="55733" y="276921"/>
                  <a:pt x="60108" y="278618"/>
                  <a:pt x="64305" y="278618"/>
                </a:cubicBezTo>
                <a:cubicBezTo>
                  <a:pt x="73147" y="278618"/>
                  <a:pt x="85739" y="269062"/>
                  <a:pt x="85739" y="250043"/>
                </a:cubicBezTo>
                <a:cubicBezTo>
                  <a:pt x="85739" y="231023"/>
                  <a:pt x="73147" y="221468"/>
                  <a:pt x="64310" y="221468"/>
                </a:cubicBezTo>
                <a:cubicBezTo>
                  <a:pt x="60113" y="221468"/>
                  <a:pt x="55829" y="223164"/>
                  <a:pt x="51897" y="226913"/>
                </a:cubicBezTo>
                <a:cubicBezTo>
                  <a:pt x="46808" y="231736"/>
                  <a:pt x="39305" y="235755"/>
                  <a:pt x="30285" y="235755"/>
                </a:cubicBezTo>
                <a:cubicBezTo>
                  <a:pt x="13588" y="235755"/>
                  <a:pt x="14" y="222181"/>
                  <a:pt x="14" y="205484"/>
                </a:cubicBezTo>
                <a:lnTo>
                  <a:pt x="14" y="135743"/>
                </a:lnTo>
                <a:cubicBezTo>
                  <a:pt x="14" y="108151"/>
                  <a:pt x="22426" y="85739"/>
                  <a:pt x="50022" y="85739"/>
                </a:cubicBezTo>
                <a:lnTo>
                  <a:pt x="132981" y="85739"/>
                </a:lnTo>
                <a:cubicBezTo>
                  <a:pt x="130215" y="79219"/>
                  <a:pt x="128606" y="71986"/>
                  <a:pt x="128606" y="64310"/>
                </a:cubicBezTo>
                <a:cubicBezTo>
                  <a:pt x="128606" y="44216"/>
                  <a:pt x="139501" y="27697"/>
                  <a:pt x="153875" y="16894"/>
                </a:cubicBezTo>
                <a:lnTo>
                  <a:pt x="153857" y="1687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79" y="1164795"/>
            <a:ext cx="10918304" cy="45719"/>
          </a:xfrm>
          <a:custGeom>
            <a:avLst/>
            <a:gdLst/>
            <a:ahLst/>
            <a:cxnLst/>
            <a:rect l="l" t="t" r="r" b="b"/>
            <a:pathLst>
              <a:path w="10918304" h="45719">
                <a:moveTo>
                  <a:pt x="0" y="0"/>
                </a:moveTo>
                <a:lnTo>
                  <a:pt x="10918304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640079" y="1"/>
            <a:ext cx="10918304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Tipos de pruebas - Pruebas funcionales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/>
              </a:rPr>
              <a:t>15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79" y="1506021"/>
            <a:ext cx="10918304" cy="1966719"/>
          </a:xfrm>
          <a:prstGeom prst="rect">
            <a:avLst/>
          </a:prstGeom>
          <a:blipFill>
            <a:blip r:embed="rId4"/>
            <a:srcRect/>
            <a:stretch>
              <a:fillRect t="-134979" b="-134979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44501" y="53803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81"/>
              </a:spcBef>
              <a:buNone/>
            </a:pPr>
            <a:r>
              <a:rPr lang="en-US" sz="1177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Herramientas como SoapUI y Microfocus UFT automatizan este proceso para mejorar fiabilidad y cobertura.</a:t>
            </a:r>
            <a:endParaRPr lang="en-US" sz="1177"/>
          </a:p>
        </p:txBody>
      </p:sp>
      <p:sp>
        <p:nvSpPr>
          <p:cNvPr id="13" name="Text 11"/>
          <p:cNvSpPr/>
          <p:nvPr/>
        </p:nvSpPr>
        <p:spPr>
          <a:xfrm>
            <a:off x="6744501" y="4963773"/>
            <a:ext cx="4572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Automatización de pruebas</a:t>
            </a:r>
            <a:endParaRPr lang="en-US" sz="2030"/>
          </a:p>
        </p:txBody>
      </p:sp>
      <p:sp>
        <p:nvSpPr>
          <p:cNvPr id="14" name="Text 12"/>
          <p:cNvSpPr/>
          <p:nvPr/>
        </p:nvSpPr>
        <p:spPr>
          <a:xfrm>
            <a:off x="6221623" y="4995777"/>
            <a:ext cx="320040" cy="256032"/>
          </a:xfrm>
          <a:custGeom>
            <a:avLst/>
            <a:gdLst/>
            <a:ahLst/>
            <a:cxnLst/>
            <a:rect l="l" t="t" r="r" b="b"/>
            <a:pathLst>
              <a:path w="320040" h="256032">
                <a:moveTo>
                  <a:pt x="160020" y="0"/>
                </a:moveTo>
                <a:cubicBezTo>
                  <a:pt x="166670" y="0"/>
                  <a:pt x="172022" y="5351"/>
                  <a:pt x="172022" y="12003"/>
                </a:cubicBezTo>
                <a:lnTo>
                  <a:pt x="172022" y="48008"/>
                </a:lnTo>
                <a:lnTo>
                  <a:pt x="224028" y="48008"/>
                </a:lnTo>
                <a:cubicBezTo>
                  <a:pt x="250531" y="48008"/>
                  <a:pt x="272034" y="69510"/>
                  <a:pt x="272034" y="96014"/>
                </a:cubicBezTo>
                <a:lnTo>
                  <a:pt x="272034" y="208028"/>
                </a:lnTo>
                <a:cubicBezTo>
                  <a:pt x="272034" y="234533"/>
                  <a:pt x="250531" y="256034"/>
                  <a:pt x="224028" y="256034"/>
                </a:cubicBezTo>
                <a:lnTo>
                  <a:pt x="96012" y="256034"/>
                </a:lnTo>
                <a:cubicBezTo>
                  <a:pt x="69509" y="256034"/>
                  <a:pt x="48006" y="234533"/>
                  <a:pt x="48006" y="208028"/>
                </a:cubicBezTo>
                <a:lnTo>
                  <a:pt x="48006" y="96014"/>
                </a:lnTo>
                <a:cubicBezTo>
                  <a:pt x="48006" y="69510"/>
                  <a:pt x="69509" y="48008"/>
                  <a:pt x="96012" y="48008"/>
                </a:cubicBezTo>
                <a:lnTo>
                  <a:pt x="148019" y="48008"/>
                </a:lnTo>
                <a:lnTo>
                  <a:pt x="148019" y="12005"/>
                </a:lnTo>
                <a:cubicBezTo>
                  <a:pt x="148019" y="5354"/>
                  <a:pt x="153370" y="5"/>
                  <a:pt x="160020" y="5"/>
                </a:cubicBezTo>
                <a:lnTo>
                  <a:pt x="160020" y="0"/>
                </a:lnTo>
                <a:moveTo>
                  <a:pt x="96012" y="72009"/>
                </a:moveTo>
                <a:cubicBezTo>
                  <a:pt x="82759" y="72009"/>
                  <a:pt x="72009" y="82760"/>
                  <a:pt x="72009" y="96012"/>
                </a:cubicBezTo>
                <a:lnTo>
                  <a:pt x="72009" y="208026"/>
                </a:lnTo>
                <a:cubicBezTo>
                  <a:pt x="72009" y="221278"/>
                  <a:pt x="82759" y="232029"/>
                  <a:pt x="96012" y="232029"/>
                </a:cubicBezTo>
                <a:lnTo>
                  <a:pt x="224028" y="232029"/>
                </a:lnTo>
                <a:cubicBezTo>
                  <a:pt x="237281" y="232029"/>
                  <a:pt x="248031" y="221278"/>
                  <a:pt x="248031" y="208026"/>
                </a:cubicBezTo>
                <a:lnTo>
                  <a:pt x="248031" y="96012"/>
                </a:lnTo>
                <a:cubicBezTo>
                  <a:pt x="248031" y="82760"/>
                  <a:pt x="237281" y="72009"/>
                  <a:pt x="224028" y="72009"/>
                </a:cubicBezTo>
                <a:lnTo>
                  <a:pt x="160020" y="72009"/>
                </a:lnTo>
                <a:lnTo>
                  <a:pt x="96012" y="72009"/>
                </a:lnTo>
                <a:moveTo>
                  <a:pt x="24003" y="112014"/>
                </a:moveTo>
                <a:lnTo>
                  <a:pt x="32004" y="112014"/>
                </a:lnTo>
                <a:lnTo>
                  <a:pt x="32004" y="208026"/>
                </a:lnTo>
                <a:lnTo>
                  <a:pt x="24003" y="208026"/>
                </a:lnTo>
                <a:cubicBezTo>
                  <a:pt x="10750" y="208026"/>
                  <a:pt x="0" y="197275"/>
                  <a:pt x="0" y="184023"/>
                </a:cubicBezTo>
                <a:lnTo>
                  <a:pt x="0" y="136017"/>
                </a:lnTo>
                <a:cubicBezTo>
                  <a:pt x="0" y="122765"/>
                  <a:pt x="10750" y="112014"/>
                  <a:pt x="24003" y="112014"/>
                </a:cubicBezTo>
                <a:lnTo>
                  <a:pt x="24003" y="112014"/>
                </a:lnTo>
                <a:moveTo>
                  <a:pt x="296037" y="112014"/>
                </a:moveTo>
                <a:cubicBezTo>
                  <a:pt x="309290" y="112014"/>
                  <a:pt x="320040" y="122765"/>
                  <a:pt x="320040" y="136017"/>
                </a:cubicBezTo>
                <a:lnTo>
                  <a:pt x="320040" y="184023"/>
                </a:lnTo>
                <a:cubicBezTo>
                  <a:pt x="320040" y="197275"/>
                  <a:pt x="309290" y="208026"/>
                  <a:pt x="296037" y="208026"/>
                </a:cubicBezTo>
                <a:lnTo>
                  <a:pt x="288036" y="208026"/>
                </a:lnTo>
                <a:lnTo>
                  <a:pt x="288036" y="112014"/>
                </a:lnTo>
                <a:lnTo>
                  <a:pt x="296037" y="112014"/>
                </a:lnTo>
                <a:moveTo>
                  <a:pt x="104013" y="192024"/>
                </a:moveTo>
                <a:lnTo>
                  <a:pt x="120015" y="192024"/>
                </a:lnTo>
                <a:cubicBezTo>
                  <a:pt x="124416" y="192024"/>
                  <a:pt x="128016" y="195624"/>
                  <a:pt x="128016" y="200025"/>
                </a:cubicBezTo>
                <a:cubicBezTo>
                  <a:pt x="128016" y="204426"/>
                  <a:pt x="124416" y="208026"/>
                  <a:pt x="120015" y="208026"/>
                </a:cubicBezTo>
                <a:lnTo>
                  <a:pt x="104013" y="208026"/>
                </a:lnTo>
                <a:cubicBezTo>
                  <a:pt x="99612" y="208026"/>
                  <a:pt x="96012" y="204426"/>
                  <a:pt x="96012" y="200025"/>
                </a:cubicBezTo>
                <a:cubicBezTo>
                  <a:pt x="96012" y="195624"/>
                  <a:pt x="99612" y="192024"/>
                  <a:pt x="104013" y="192024"/>
                </a:cubicBezTo>
                <a:moveTo>
                  <a:pt x="152019" y="192024"/>
                </a:moveTo>
                <a:lnTo>
                  <a:pt x="168021" y="192024"/>
                </a:lnTo>
                <a:cubicBezTo>
                  <a:pt x="172422" y="192024"/>
                  <a:pt x="176022" y="195624"/>
                  <a:pt x="176022" y="200025"/>
                </a:cubicBezTo>
                <a:cubicBezTo>
                  <a:pt x="176022" y="204426"/>
                  <a:pt x="172422" y="208026"/>
                  <a:pt x="168021" y="208026"/>
                </a:cubicBezTo>
                <a:lnTo>
                  <a:pt x="152019" y="208026"/>
                </a:lnTo>
                <a:cubicBezTo>
                  <a:pt x="147618" y="208026"/>
                  <a:pt x="144018" y="204426"/>
                  <a:pt x="144018" y="200025"/>
                </a:cubicBezTo>
                <a:cubicBezTo>
                  <a:pt x="144018" y="195624"/>
                  <a:pt x="147618" y="192024"/>
                  <a:pt x="152019" y="192024"/>
                </a:cubicBezTo>
                <a:moveTo>
                  <a:pt x="200025" y="192024"/>
                </a:moveTo>
                <a:lnTo>
                  <a:pt x="216027" y="192024"/>
                </a:lnTo>
                <a:cubicBezTo>
                  <a:pt x="220428" y="192024"/>
                  <a:pt x="224028" y="195624"/>
                  <a:pt x="224028" y="200025"/>
                </a:cubicBezTo>
                <a:cubicBezTo>
                  <a:pt x="224028" y="204426"/>
                  <a:pt x="220428" y="208026"/>
                  <a:pt x="216027" y="208026"/>
                </a:cubicBezTo>
                <a:lnTo>
                  <a:pt x="200025" y="208026"/>
                </a:lnTo>
                <a:cubicBezTo>
                  <a:pt x="195624" y="208026"/>
                  <a:pt x="192024" y="204426"/>
                  <a:pt x="192024" y="200025"/>
                </a:cubicBezTo>
                <a:cubicBezTo>
                  <a:pt x="192024" y="195624"/>
                  <a:pt x="195624" y="192024"/>
                  <a:pt x="200025" y="192024"/>
                </a:cubicBezTo>
                <a:moveTo>
                  <a:pt x="100013" y="128016"/>
                </a:moveTo>
                <a:cubicBezTo>
                  <a:pt x="100013" y="116968"/>
                  <a:pt x="108967" y="108015"/>
                  <a:pt x="120015" y="108015"/>
                </a:cubicBezTo>
                <a:cubicBezTo>
                  <a:pt x="131063" y="108015"/>
                  <a:pt x="140017" y="116971"/>
                  <a:pt x="140017" y="128018"/>
                </a:cubicBezTo>
                <a:cubicBezTo>
                  <a:pt x="140017" y="139066"/>
                  <a:pt x="131063" y="148022"/>
                  <a:pt x="120015" y="148022"/>
                </a:cubicBezTo>
                <a:cubicBezTo>
                  <a:pt x="108967" y="148022"/>
                  <a:pt x="100013" y="139066"/>
                  <a:pt x="100013" y="128021"/>
                </a:cubicBezTo>
                <a:lnTo>
                  <a:pt x="100013" y="128016"/>
                </a:lnTo>
                <a:moveTo>
                  <a:pt x="200025" y="108015"/>
                </a:moveTo>
                <a:cubicBezTo>
                  <a:pt x="211073" y="108015"/>
                  <a:pt x="220028" y="116971"/>
                  <a:pt x="220028" y="128018"/>
                </a:cubicBezTo>
                <a:cubicBezTo>
                  <a:pt x="220028" y="139066"/>
                  <a:pt x="211073" y="148022"/>
                  <a:pt x="200025" y="148022"/>
                </a:cubicBezTo>
                <a:cubicBezTo>
                  <a:pt x="188977" y="148022"/>
                  <a:pt x="180023" y="139066"/>
                  <a:pt x="180023" y="128021"/>
                </a:cubicBezTo>
                <a:cubicBezTo>
                  <a:pt x="180023" y="116973"/>
                  <a:pt x="188977" y="108020"/>
                  <a:pt x="200025" y="108020"/>
                </a:cubicBezTo>
                <a:lnTo>
                  <a:pt x="200025" y="10801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32354" y="5380303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81"/>
              </a:spcBef>
              <a:buNone/>
            </a:pPr>
            <a:r>
              <a:rPr lang="en-US" sz="1177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Incluyen subtipos como pruebas de regresión, integración y sistema.</a:t>
            </a:r>
            <a:endParaRPr lang="en-US" sz="1177"/>
          </a:p>
        </p:txBody>
      </p:sp>
      <p:sp>
        <p:nvSpPr>
          <p:cNvPr id="16" name="Text 14"/>
          <p:cNvSpPr/>
          <p:nvPr/>
        </p:nvSpPr>
        <p:spPr>
          <a:xfrm>
            <a:off x="1132354" y="4963773"/>
            <a:ext cx="4572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Subtipos de pruebas funcionales</a:t>
            </a:r>
            <a:endParaRPr lang="en-US" sz="2030"/>
          </a:p>
        </p:txBody>
      </p:sp>
      <p:sp>
        <p:nvSpPr>
          <p:cNvPr id="17" name="Text 15"/>
          <p:cNvSpPr/>
          <p:nvPr/>
        </p:nvSpPr>
        <p:spPr>
          <a:xfrm>
            <a:off x="646864" y="4963773"/>
            <a:ext cx="306469" cy="320040"/>
          </a:xfrm>
          <a:custGeom>
            <a:avLst/>
            <a:gdLst/>
            <a:ahLst/>
            <a:cxnLst/>
            <a:rect l="l" t="t" r="r" b="b"/>
            <a:pathLst>
              <a:path w="306469" h="320040">
                <a:moveTo>
                  <a:pt x="153238" y="0"/>
                </a:moveTo>
                <a:cubicBezTo>
                  <a:pt x="163863" y="0"/>
                  <a:pt x="174240" y="1063"/>
                  <a:pt x="184366" y="3002"/>
                </a:cubicBezTo>
                <a:cubicBezTo>
                  <a:pt x="189303" y="3940"/>
                  <a:pt x="197991" y="6814"/>
                  <a:pt x="202742" y="15567"/>
                </a:cubicBezTo>
                <a:cubicBezTo>
                  <a:pt x="203992" y="17881"/>
                  <a:pt x="204991" y="20316"/>
                  <a:pt x="205616" y="22944"/>
                </a:cubicBezTo>
                <a:lnTo>
                  <a:pt x="211430" y="47011"/>
                </a:lnTo>
                <a:cubicBezTo>
                  <a:pt x="212307" y="50637"/>
                  <a:pt x="218430" y="54199"/>
                  <a:pt x="221994" y="53136"/>
                </a:cubicBezTo>
                <a:lnTo>
                  <a:pt x="245748" y="46134"/>
                </a:lnTo>
                <a:cubicBezTo>
                  <a:pt x="248249" y="45385"/>
                  <a:pt x="250811" y="45007"/>
                  <a:pt x="253373" y="44946"/>
                </a:cubicBezTo>
                <a:cubicBezTo>
                  <a:pt x="263438" y="44633"/>
                  <a:pt x="270251" y="50822"/>
                  <a:pt x="273564" y="54573"/>
                </a:cubicBezTo>
                <a:cubicBezTo>
                  <a:pt x="287379" y="70262"/>
                  <a:pt x="298005" y="88702"/>
                  <a:pt x="304756" y="108516"/>
                </a:cubicBezTo>
                <a:cubicBezTo>
                  <a:pt x="306380" y="113265"/>
                  <a:pt x="308256" y="122143"/>
                  <a:pt x="303067" y="130643"/>
                </a:cubicBezTo>
                <a:cubicBezTo>
                  <a:pt x="301691" y="132893"/>
                  <a:pt x="300006" y="135018"/>
                  <a:pt x="298066" y="136894"/>
                </a:cubicBezTo>
                <a:lnTo>
                  <a:pt x="280125" y="153958"/>
                </a:lnTo>
                <a:cubicBezTo>
                  <a:pt x="277499" y="156458"/>
                  <a:pt x="277499" y="163646"/>
                  <a:pt x="280125" y="166149"/>
                </a:cubicBezTo>
                <a:lnTo>
                  <a:pt x="298066" y="183213"/>
                </a:lnTo>
                <a:cubicBezTo>
                  <a:pt x="300003" y="185089"/>
                  <a:pt x="301691" y="187214"/>
                  <a:pt x="303067" y="189464"/>
                </a:cubicBezTo>
                <a:cubicBezTo>
                  <a:pt x="308192" y="197964"/>
                  <a:pt x="306319" y="206842"/>
                  <a:pt x="304756" y="211591"/>
                </a:cubicBezTo>
                <a:cubicBezTo>
                  <a:pt x="298005" y="231405"/>
                  <a:pt x="287379" y="249785"/>
                  <a:pt x="273564" y="265534"/>
                </a:cubicBezTo>
                <a:cubicBezTo>
                  <a:pt x="270251" y="269285"/>
                  <a:pt x="263373" y="275471"/>
                  <a:pt x="253373" y="275161"/>
                </a:cubicBezTo>
                <a:cubicBezTo>
                  <a:pt x="250811" y="275097"/>
                  <a:pt x="248249" y="274661"/>
                  <a:pt x="245748" y="273973"/>
                </a:cubicBezTo>
                <a:lnTo>
                  <a:pt x="221994" y="266910"/>
                </a:lnTo>
                <a:cubicBezTo>
                  <a:pt x="218430" y="265848"/>
                  <a:pt x="212307" y="269410"/>
                  <a:pt x="211430" y="273036"/>
                </a:cubicBezTo>
                <a:lnTo>
                  <a:pt x="205616" y="297103"/>
                </a:lnTo>
                <a:cubicBezTo>
                  <a:pt x="204991" y="299727"/>
                  <a:pt x="203992" y="302230"/>
                  <a:pt x="202742" y="304479"/>
                </a:cubicBezTo>
                <a:cubicBezTo>
                  <a:pt x="197927" y="313229"/>
                  <a:pt x="189239" y="316043"/>
                  <a:pt x="184366" y="317044"/>
                </a:cubicBezTo>
                <a:cubicBezTo>
                  <a:pt x="174240" y="318981"/>
                  <a:pt x="163863" y="320043"/>
                  <a:pt x="153238" y="320043"/>
                </a:cubicBezTo>
                <a:cubicBezTo>
                  <a:pt x="142612" y="320043"/>
                  <a:pt x="132235" y="318981"/>
                  <a:pt x="122110" y="317041"/>
                </a:cubicBezTo>
                <a:cubicBezTo>
                  <a:pt x="117172" y="316103"/>
                  <a:pt x="108484" y="313229"/>
                  <a:pt x="103734" y="304476"/>
                </a:cubicBezTo>
                <a:cubicBezTo>
                  <a:pt x="102483" y="302162"/>
                  <a:pt x="101484" y="299727"/>
                  <a:pt x="100859" y="297099"/>
                </a:cubicBezTo>
                <a:lnTo>
                  <a:pt x="95045" y="273032"/>
                </a:lnTo>
                <a:cubicBezTo>
                  <a:pt x="94169" y="269406"/>
                  <a:pt x="88046" y="265844"/>
                  <a:pt x="84481" y="266907"/>
                </a:cubicBezTo>
                <a:lnTo>
                  <a:pt x="60727" y="273906"/>
                </a:lnTo>
                <a:cubicBezTo>
                  <a:pt x="58226" y="274655"/>
                  <a:pt x="55664" y="275033"/>
                  <a:pt x="53102" y="275093"/>
                </a:cubicBezTo>
                <a:cubicBezTo>
                  <a:pt x="43038" y="275407"/>
                  <a:pt x="36225" y="269217"/>
                  <a:pt x="32912" y="265467"/>
                </a:cubicBezTo>
                <a:cubicBezTo>
                  <a:pt x="19161" y="249778"/>
                  <a:pt x="8471" y="231338"/>
                  <a:pt x="1719" y="211524"/>
                </a:cubicBezTo>
                <a:cubicBezTo>
                  <a:pt x="95" y="206775"/>
                  <a:pt x="-1781" y="197897"/>
                  <a:pt x="3408" y="189396"/>
                </a:cubicBezTo>
                <a:cubicBezTo>
                  <a:pt x="4784" y="187146"/>
                  <a:pt x="6470" y="185021"/>
                  <a:pt x="8410" y="183146"/>
                </a:cubicBezTo>
                <a:lnTo>
                  <a:pt x="26350" y="166081"/>
                </a:lnTo>
                <a:cubicBezTo>
                  <a:pt x="28977" y="163582"/>
                  <a:pt x="28977" y="156394"/>
                  <a:pt x="26350" y="153891"/>
                </a:cubicBezTo>
                <a:lnTo>
                  <a:pt x="8348" y="136827"/>
                </a:lnTo>
                <a:cubicBezTo>
                  <a:pt x="6411" y="134951"/>
                  <a:pt x="4723" y="132826"/>
                  <a:pt x="3347" y="130576"/>
                </a:cubicBezTo>
                <a:cubicBezTo>
                  <a:pt x="-1777" y="122076"/>
                  <a:pt x="95" y="113198"/>
                  <a:pt x="1723" y="108509"/>
                </a:cubicBezTo>
                <a:cubicBezTo>
                  <a:pt x="8474" y="88696"/>
                  <a:pt x="19099" y="70316"/>
                  <a:pt x="32915" y="54567"/>
                </a:cubicBezTo>
                <a:cubicBezTo>
                  <a:pt x="36228" y="50816"/>
                  <a:pt x="43105" y="44629"/>
                  <a:pt x="53105" y="44940"/>
                </a:cubicBezTo>
                <a:cubicBezTo>
                  <a:pt x="55667" y="45004"/>
                  <a:pt x="58229" y="45439"/>
                  <a:pt x="60730" y="46127"/>
                </a:cubicBezTo>
                <a:lnTo>
                  <a:pt x="84485" y="53130"/>
                </a:lnTo>
                <a:cubicBezTo>
                  <a:pt x="88049" y="54192"/>
                  <a:pt x="94172" y="50630"/>
                  <a:pt x="95049" y="47004"/>
                </a:cubicBezTo>
                <a:lnTo>
                  <a:pt x="100862" y="22937"/>
                </a:lnTo>
                <a:cubicBezTo>
                  <a:pt x="101487" y="20313"/>
                  <a:pt x="102487" y="17810"/>
                  <a:pt x="103737" y="15560"/>
                </a:cubicBezTo>
                <a:cubicBezTo>
                  <a:pt x="108551" y="6810"/>
                  <a:pt x="117240" y="3997"/>
                  <a:pt x="122113" y="2996"/>
                </a:cubicBezTo>
                <a:cubicBezTo>
                  <a:pt x="132239" y="1059"/>
                  <a:pt x="142616" y="-6"/>
                  <a:pt x="153241" y="-6"/>
                </a:cubicBezTo>
                <a:lnTo>
                  <a:pt x="153238" y="0"/>
                </a:lnTo>
                <a:moveTo>
                  <a:pt x="129548" y="32129"/>
                </a:moveTo>
                <a:lnTo>
                  <a:pt x="124233" y="54068"/>
                </a:lnTo>
                <a:cubicBezTo>
                  <a:pt x="119357" y="74259"/>
                  <a:pt x="95919" y="87758"/>
                  <a:pt x="75977" y="81946"/>
                </a:cubicBezTo>
                <a:lnTo>
                  <a:pt x="54411" y="75571"/>
                </a:lnTo>
                <a:cubicBezTo>
                  <a:pt x="44098" y="87637"/>
                  <a:pt x="35970" y="101638"/>
                  <a:pt x="30656" y="116639"/>
                </a:cubicBezTo>
                <a:lnTo>
                  <a:pt x="47034" y="132202"/>
                </a:lnTo>
                <a:cubicBezTo>
                  <a:pt x="62036" y="146454"/>
                  <a:pt x="62036" y="173583"/>
                  <a:pt x="47034" y="187835"/>
                </a:cubicBezTo>
                <a:lnTo>
                  <a:pt x="30656" y="203398"/>
                </a:lnTo>
                <a:cubicBezTo>
                  <a:pt x="35970" y="218402"/>
                  <a:pt x="44095" y="232400"/>
                  <a:pt x="54411" y="244466"/>
                </a:cubicBezTo>
                <a:lnTo>
                  <a:pt x="76038" y="238091"/>
                </a:lnTo>
                <a:cubicBezTo>
                  <a:pt x="95916" y="232215"/>
                  <a:pt x="119419" y="245778"/>
                  <a:pt x="124295" y="265969"/>
                </a:cubicBezTo>
                <a:lnTo>
                  <a:pt x="129609" y="287908"/>
                </a:lnTo>
                <a:cubicBezTo>
                  <a:pt x="144985" y="290721"/>
                  <a:pt x="161675" y="290721"/>
                  <a:pt x="177053" y="287908"/>
                </a:cubicBezTo>
                <a:lnTo>
                  <a:pt x="182368" y="265969"/>
                </a:lnTo>
                <a:cubicBezTo>
                  <a:pt x="187244" y="245778"/>
                  <a:pt x="210682" y="232279"/>
                  <a:pt x="230624" y="238091"/>
                </a:cubicBezTo>
                <a:lnTo>
                  <a:pt x="252252" y="244466"/>
                </a:lnTo>
                <a:cubicBezTo>
                  <a:pt x="262565" y="232400"/>
                  <a:pt x="270692" y="218399"/>
                  <a:pt x="276006" y="203398"/>
                </a:cubicBezTo>
                <a:lnTo>
                  <a:pt x="259629" y="187835"/>
                </a:lnTo>
                <a:cubicBezTo>
                  <a:pt x="244627" y="173583"/>
                  <a:pt x="244627" y="146454"/>
                  <a:pt x="259629" y="132202"/>
                </a:cubicBezTo>
                <a:lnTo>
                  <a:pt x="276006" y="116639"/>
                </a:lnTo>
                <a:cubicBezTo>
                  <a:pt x="270692" y="101638"/>
                  <a:pt x="262568" y="87633"/>
                  <a:pt x="252252" y="75571"/>
                </a:cubicBezTo>
                <a:lnTo>
                  <a:pt x="230624" y="81946"/>
                </a:lnTo>
                <a:cubicBezTo>
                  <a:pt x="210747" y="87822"/>
                  <a:pt x="187244" y="74259"/>
                  <a:pt x="182368" y="54068"/>
                </a:cubicBezTo>
                <a:lnTo>
                  <a:pt x="177053" y="32129"/>
                </a:lnTo>
                <a:cubicBezTo>
                  <a:pt x="161678" y="29316"/>
                  <a:pt x="144988" y="29316"/>
                  <a:pt x="129609" y="32129"/>
                </a:cubicBezTo>
                <a:lnTo>
                  <a:pt x="129548" y="32129"/>
                </a:lnTo>
                <a:moveTo>
                  <a:pt x="123234" y="160020"/>
                </a:moveTo>
                <a:cubicBezTo>
                  <a:pt x="123234" y="176592"/>
                  <a:pt x="136667" y="190024"/>
                  <a:pt x="153238" y="190024"/>
                </a:cubicBezTo>
                <a:cubicBezTo>
                  <a:pt x="169809" y="190024"/>
                  <a:pt x="183241" y="176592"/>
                  <a:pt x="183241" y="160020"/>
                </a:cubicBezTo>
                <a:cubicBezTo>
                  <a:pt x="183241" y="143448"/>
                  <a:pt x="169809" y="130016"/>
                  <a:pt x="153238" y="130016"/>
                </a:cubicBezTo>
                <a:cubicBezTo>
                  <a:pt x="136667" y="130016"/>
                  <a:pt x="123234" y="143448"/>
                  <a:pt x="123234" y="160020"/>
                </a:cubicBezTo>
                <a:moveTo>
                  <a:pt x="153238" y="220028"/>
                </a:moveTo>
                <a:cubicBezTo>
                  <a:pt x="120096" y="220028"/>
                  <a:pt x="93231" y="193160"/>
                  <a:pt x="93231" y="160020"/>
                </a:cubicBezTo>
                <a:cubicBezTo>
                  <a:pt x="93231" y="126880"/>
                  <a:pt x="120096" y="100013"/>
                  <a:pt x="153238" y="100013"/>
                </a:cubicBezTo>
                <a:cubicBezTo>
                  <a:pt x="186379" y="100013"/>
                  <a:pt x="213244" y="126880"/>
                  <a:pt x="213244" y="160020"/>
                </a:cubicBezTo>
                <a:cubicBezTo>
                  <a:pt x="213244" y="193160"/>
                  <a:pt x="186379" y="220028"/>
                  <a:pt x="153238" y="220028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44501" y="416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81"/>
              </a:spcBef>
              <a:buNone/>
            </a:pPr>
            <a:r>
              <a:rPr lang="en-US" sz="1177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Se basan en datos y casos de prueba específicos que comparan resultados esperados con los reales desde la perspectiva del usuario.</a:t>
            </a:r>
            <a:endParaRPr lang="en-US" sz="1177"/>
          </a:p>
        </p:txBody>
      </p:sp>
      <p:sp>
        <p:nvSpPr>
          <p:cNvPr id="19" name="Text 17"/>
          <p:cNvSpPr/>
          <p:nvPr/>
        </p:nvSpPr>
        <p:spPr>
          <a:xfrm>
            <a:off x="6744501" y="3752270"/>
            <a:ext cx="4572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Enfoque de las pruebas</a:t>
            </a:r>
            <a:endParaRPr lang="en-US" sz="2030"/>
          </a:p>
        </p:txBody>
      </p:sp>
      <p:sp>
        <p:nvSpPr>
          <p:cNvPr id="20" name="Text 18"/>
          <p:cNvSpPr/>
          <p:nvPr/>
        </p:nvSpPr>
        <p:spPr>
          <a:xfrm>
            <a:off x="6261628" y="3748032"/>
            <a:ext cx="240030" cy="320040"/>
          </a:xfrm>
          <a:custGeom>
            <a:avLst/>
            <a:gdLst/>
            <a:ahLst/>
            <a:cxnLst/>
            <a:rect l="l" t="t" r="r" b="b"/>
            <a:pathLst>
              <a:path w="240030" h="320040">
                <a:moveTo>
                  <a:pt x="175023" y="40005"/>
                </a:moveTo>
                <a:lnTo>
                  <a:pt x="200027" y="40005"/>
                </a:lnTo>
                <a:cubicBezTo>
                  <a:pt x="222093" y="40005"/>
                  <a:pt x="240032" y="57943"/>
                  <a:pt x="240032" y="80010"/>
                </a:cubicBezTo>
                <a:lnTo>
                  <a:pt x="240032" y="280035"/>
                </a:lnTo>
                <a:cubicBezTo>
                  <a:pt x="240032" y="302102"/>
                  <a:pt x="222092" y="320040"/>
                  <a:pt x="200027" y="320040"/>
                </a:cubicBezTo>
                <a:lnTo>
                  <a:pt x="40006" y="320040"/>
                </a:lnTo>
                <a:cubicBezTo>
                  <a:pt x="17940" y="320040"/>
                  <a:pt x="0" y="302102"/>
                  <a:pt x="0" y="280035"/>
                </a:cubicBezTo>
                <a:lnTo>
                  <a:pt x="0" y="80010"/>
                </a:lnTo>
                <a:cubicBezTo>
                  <a:pt x="0" y="57943"/>
                  <a:pt x="17940" y="40005"/>
                  <a:pt x="40006" y="40005"/>
                </a:cubicBezTo>
                <a:lnTo>
                  <a:pt x="65010" y="40005"/>
                </a:lnTo>
                <a:lnTo>
                  <a:pt x="71010" y="40005"/>
                </a:lnTo>
                <a:cubicBezTo>
                  <a:pt x="75636" y="17189"/>
                  <a:pt x="95827" y="0"/>
                  <a:pt x="120017" y="0"/>
                </a:cubicBezTo>
                <a:cubicBezTo>
                  <a:pt x="144208" y="0"/>
                  <a:pt x="164399" y="17189"/>
                  <a:pt x="169024" y="40005"/>
                </a:cubicBezTo>
                <a:lnTo>
                  <a:pt x="175023" y="40005"/>
                </a:lnTo>
                <a:moveTo>
                  <a:pt x="40006" y="70009"/>
                </a:moveTo>
                <a:cubicBezTo>
                  <a:pt x="34504" y="70009"/>
                  <a:pt x="30004" y="74509"/>
                  <a:pt x="30004" y="80010"/>
                </a:cubicBezTo>
                <a:lnTo>
                  <a:pt x="30004" y="280035"/>
                </a:lnTo>
                <a:cubicBezTo>
                  <a:pt x="30004" y="285536"/>
                  <a:pt x="34504" y="290036"/>
                  <a:pt x="40006" y="290036"/>
                </a:cubicBezTo>
                <a:lnTo>
                  <a:pt x="200027" y="290036"/>
                </a:lnTo>
                <a:cubicBezTo>
                  <a:pt x="205528" y="290036"/>
                  <a:pt x="210029" y="285536"/>
                  <a:pt x="210029" y="280035"/>
                </a:cubicBezTo>
                <a:lnTo>
                  <a:pt x="210029" y="80010"/>
                </a:lnTo>
                <a:cubicBezTo>
                  <a:pt x="210029" y="74509"/>
                  <a:pt x="205528" y="70009"/>
                  <a:pt x="200027" y="70009"/>
                </a:cubicBezTo>
                <a:lnTo>
                  <a:pt x="190025" y="70009"/>
                </a:lnTo>
                <a:lnTo>
                  <a:pt x="190025" y="85012"/>
                </a:lnTo>
                <a:cubicBezTo>
                  <a:pt x="190025" y="93327"/>
                  <a:pt x="183337" y="100016"/>
                  <a:pt x="175023" y="100016"/>
                </a:cubicBezTo>
                <a:lnTo>
                  <a:pt x="120015" y="100016"/>
                </a:lnTo>
                <a:lnTo>
                  <a:pt x="65007" y="100016"/>
                </a:lnTo>
                <a:cubicBezTo>
                  <a:pt x="56693" y="100016"/>
                  <a:pt x="50005" y="93327"/>
                  <a:pt x="50005" y="85015"/>
                </a:cubicBezTo>
                <a:lnTo>
                  <a:pt x="50005" y="70015"/>
                </a:lnTo>
                <a:lnTo>
                  <a:pt x="40006" y="70009"/>
                </a:lnTo>
                <a:moveTo>
                  <a:pt x="120015" y="65010"/>
                </a:moveTo>
                <a:cubicBezTo>
                  <a:pt x="128301" y="65010"/>
                  <a:pt x="135017" y="58292"/>
                  <a:pt x="135017" y="50009"/>
                </a:cubicBezTo>
                <a:cubicBezTo>
                  <a:pt x="135017" y="41724"/>
                  <a:pt x="128301" y="35009"/>
                  <a:pt x="120015" y="35009"/>
                </a:cubicBezTo>
                <a:cubicBezTo>
                  <a:pt x="111729" y="35009"/>
                  <a:pt x="105013" y="41727"/>
                  <a:pt x="105013" y="50013"/>
                </a:cubicBezTo>
                <a:cubicBezTo>
                  <a:pt x="105013" y="58299"/>
                  <a:pt x="111729" y="65016"/>
                  <a:pt x="120015" y="65016"/>
                </a:cubicBezTo>
                <a:lnTo>
                  <a:pt x="120015" y="6501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32354" y="3752270"/>
            <a:ext cx="4572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Definición de pruebas funcionales</a:t>
            </a:r>
            <a:endParaRPr lang="en-US" sz="2030"/>
          </a:p>
        </p:txBody>
      </p:sp>
      <p:sp>
        <p:nvSpPr>
          <p:cNvPr id="22" name="Text 20"/>
          <p:cNvSpPr/>
          <p:nvPr/>
        </p:nvSpPr>
        <p:spPr>
          <a:xfrm>
            <a:off x="1132354" y="416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981"/>
              </a:spcBef>
              <a:buNone/>
            </a:pPr>
            <a:r>
              <a:rPr lang="en-US" sz="1177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Las pruebas funcionales verifican que el software cumple con los requisitos previstos sin analizar su código interno.</a:t>
            </a:r>
            <a:endParaRPr lang="en-US" sz="1177"/>
          </a:p>
        </p:txBody>
      </p:sp>
      <p:sp>
        <p:nvSpPr>
          <p:cNvPr id="23" name="Text 21"/>
          <p:cNvSpPr/>
          <p:nvPr/>
        </p:nvSpPr>
        <p:spPr>
          <a:xfrm>
            <a:off x="680084" y="3752270"/>
            <a:ext cx="240030" cy="320040"/>
          </a:xfrm>
          <a:custGeom>
            <a:avLst/>
            <a:gdLst/>
            <a:ahLst/>
            <a:cxnLst/>
            <a:rect l="l" t="t" r="r" b="b"/>
            <a:pathLst>
              <a:path w="240030" h="320040">
                <a:moveTo>
                  <a:pt x="200024" y="40005"/>
                </a:moveTo>
                <a:lnTo>
                  <a:pt x="175020" y="40005"/>
                </a:lnTo>
                <a:lnTo>
                  <a:pt x="169020" y="40005"/>
                </a:lnTo>
                <a:cubicBezTo>
                  <a:pt x="164394" y="17189"/>
                  <a:pt x="144203" y="0"/>
                  <a:pt x="120013" y="0"/>
                </a:cubicBezTo>
                <a:cubicBezTo>
                  <a:pt x="95822" y="0"/>
                  <a:pt x="75631" y="17189"/>
                  <a:pt x="71006" y="40005"/>
                </a:cubicBezTo>
                <a:lnTo>
                  <a:pt x="65005" y="40005"/>
                </a:lnTo>
                <a:lnTo>
                  <a:pt x="40001" y="40005"/>
                </a:lnTo>
                <a:cubicBezTo>
                  <a:pt x="17935" y="40005"/>
                  <a:pt x="-5" y="57943"/>
                  <a:pt x="-5" y="80010"/>
                </a:cubicBezTo>
                <a:lnTo>
                  <a:pt x="-5" y="280035"/>
                </a:lnTo>
                <a:cubicBezTo>
                  <a:pt x="-5" y="302102"/>
                  <a:pt x="17935" y="320040"/>
                  <a:pt x="40001" y="320040"/>
                </a:cubicBezTo>
                <a:lnTo>
                  <a:pt x="200022" y="320040"/>
                </a:lnTo>
                <a:cubicBezTo>
                  <a:pt x="222088" y="320040"/>
                  <a:pt x="240028" y="302102"/>
                  <a:pt x="240028" y="280035"/>
                </a:cubicBezTo>
                <a:lnTo>
                  <a:pt x="240028" y="80010"/>
                </a:lnTo>
                <a:cubicBezTo>
                  <a:pt x="240028" y="57943"/>
                  <a:pt x="222088" y="40005"/>
                  <a:pt x="200022" y="40005"/>
                </a:cubicBezTo>
                <a:lnTo>
                  <a:pt x="200024" y="40005"/>
                </a:lnTo>
                <a:moveTo>
                  <a:pt x="50005" y="70009"/>
                </a:moveTo>
                <a:lnTo>
                  <a:pt x="50005" y="85012"/>
                </a:lnTo>
                <a:cubicBezTo>
                  <a:pt x="50005" y="93327"/>
                  <a:pt x="56693" y="100016"/>
                  <a:pt x="65007" y="100016"/>
                </a:cubicBezTo>
                <a:lnTo>
                  <a:pt x="120015" y="100016"/>
                </a:lnTo>
                <a:lnTo>
                  <a:pt x="175023" y="100016"/>
                </a:lnTo>
                <a:cubicBezTo>
                  <a:pt x="183337" y="100016"/>
                  <a:pt x="190025" y="93327"/>
                  <a:pt x="190025" y="85015"/>
                </a:cubicBezTo>
                <a:lnTo>
                  <a:pt x="190025" y="70015"/>
                </a:lnTo>
                <a:lnTo>
                  <a:pt x="200027" y="70015"/>
                </a:lnTo>
                <a:cubicBezTo>
                  <a:pt x="205528" y="70015"/>
                  <a:pt x="210029" y="74515"/>
                  <a:pt x="210029" y="80016"/>
                </a:cubicBezTo>
                <a:lnTo>
                  <a:pt x="210029" y="280041"/>
                </a:lnTo>
                <a:cubicBezTo>
                  <a:pt x="210029" y="285543"/>
                  <a:pt x="205528" y="290043"/>
                  <a:pt x="200027" y="290043"/>
                </a:cubicBezTo>
                <a:lnTo>
                  <a:pt x="40006" y="290043"/>
                </a:lnTo>
                <a:cubicBezTo>
                  <a:pt x="34504" y="290043"/>
                  <a:pt x="30004" y="285543"/>
                  <a:pt x="30004" y="280041"/>
                </a:cubicBezTo>
                <a:lnTo>
                  <a:pt x="30004" y="80016"/>
                </a:lnTo>
                <a:cubicBezTo>
                  <a:pt x="30004" y="74515"/>
                  <a:pt x="34504" y="70015"/>
                  <a:pt x="40006" y="70015"/>
                </a:cubicBezTo>
                <a:lnTo>
                  <a:pt x="50005" y="70009"/>
                </a:lnTo>
                <a:moveTo>
                  <a:pt x="105013" y="50006"/>
                </a:moveTo>
                <a:cubicBezTo>
                  <a:pt x="105013" y="41720"/>
                  <a:pt x="111729" y="35006"/>
                  <a:pt x="120015" y="35006"/>
                </a:cubicBezTo>
                <a:cubicBezTo>
                  <a:pt x="128301" y="35006"/>
                  <a:pt x="135017" y="41724"/>
                  <a:pt x="135017" y="50009"/>
                </a:cubicBezTo>
                <a:cubicBezTo>
                  <a:pt x="135017" y="58295"/>
                  <a:pt x="128301" y="65013"/>
                  <a:pt x="120015" y="65013"/>
                </a:cubicBezTo>
                <a:cubicBezTo>
                  <a:pt x="111729" y="65013"/>
                  <a:pt x="105013" y="58295"/>
                  <a:pt x="105013" y="50013"/>
                </a:cubicBezTo>
                <a:lnTo>
                  <a:pt x="105013" y="50006"/>
                </a:lnTo>
                <a:moveTo>
                  <a:pt x="180647" y="167272"/>
                </a:moveTo>
                <a:cubicBezTo>
                  <a:pt x="186523" y="161396"/>
                  <a:pt x="186523" y="151894"/>
                  <a:pt x="180647" y="146082"/>
                </a:cubicBezTo>
                <a:cubicBezTo>
                  <a:pt x="174771" y="140270"/>
                  <a:pt x="165270" y="140206"/>
                  <a:pt x="159457" y="146082"/>
                </a:cubicBezTo>
                <a:lnTo>
                  <a:pt x="103388" y="202153"/>
                </a:lnTo>
                <a:lnTo>
                  <a:pt x="80636" y="179402"/>
                </a:lnTo>
                <a:cubicBezTo>
                  <a:pt x="74760" y="173526"/>
                  <a:pt x="65259" y="173526"/>
                  <a:pt x="59446" y="179402"/>
                </a:cubicBezTo>
                <a:cubicBezTo>
                  <a:pt x="53632" y="185278"/>
                  <a:pt x="53570" y="194780"/>
                  <a:pt x="59446" y="200592"/>
                </a:cubicBezTo>
                <a:lnTo>
                  <a:pt x="92762" y="233908"/>
                </a:lnTo>
                <a:cubicBezTo>
                  <a:pt x="95575" y="236721"/>
                  <a:pt x="99387" y="238283"/>
                  <a:pt x="103388" y="238283"/>
                </a:cubicBezTo>
                <a:cubicBezTo>
                  <a:pt x="107389" y="238283"/>
                  <a:pt x="111201" y="236721"/>
                  <a:pt x="114014" y="233908"/>
                </a:cubicBezTo>
                <a:lnTo>
                  <a:pt x="180647" y="167272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78" y="1164795"/>
            <a:ext cx="10911841" cy="45719"/>
          </a:xfrm>
          <a:custGeom>
            <a:avLst/>
            <a:gdLst/>
            <a:ahLst/>
            <a:cxnLst/>
            <a:rect l="l" t="t" r="r" b="b"/>
            <a:pathLst>
              <a:path w="10911841" h="45719">
                <a:moveTo>
                  <a:pt x="0" y="0"/>
                </a:moveTo>
                <a:lnTo>
                  <a:pt x="1091184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Tipos de pruebas - Pruebas estructurales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/>
              </a:rPr>
              <a:t>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1530235"/>
            <a:ext cx="640080" cy="64008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74707" y="1530235"/>
            <a:ext cx="640080" cy="64008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94520" y="1530235"/>
            <a:ext cx="640080" cy="64008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05800" y="3066109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885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Son fundamentales en aplicaciones multiplataforma y configurables, donde se deben validar múltiples escenarios y evitar fallos que afecten rendimiento y estabilidad.</a:t>
            </a:r>
            <a:endParaRPr lang="en-US" sz="1885"/>
          </a:p>
        </p:txBody>
      </p:sp>
      <p:sp>
        <p:nvSpPr>
          <p:cNvPr id="13" name="Text 11"/>
          <p:cNvSpPr/>
          <p:nvPr/>
        </p:nvSpPr>
        <p:spPr>
          <a:xfrm>
            <a:off x="8305800" y="2386835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156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Importancia en aplicaciones específicas</a:t>
            </a:r>
            <a:endParaRPr lang="en-US" sz="2156"/>
          </a:p>
        </p:txBody>
      </p:sp>
      <p:sp>
        <p:nvSpPr>
          <p:cNvPr id="14" name="Text 12"/>
          <p:cNvSpPr/>
          <p:nvPr/>
        </p:nvSpPr>
        <p:spPr>
          <a:xfrm>
            <a:off x="4585987" y="3066109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885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Evalúan secuencias de control, estructuras de datos y lógica para identificar errores no visibles con pruebas funcionales.</a:t>
            </a:r>
            <a:endParaRPr lang="en-US" sz="1885"/>
          </a:p>
        </p:txBody>
      </p:sp>
      <p:sp>
        <p:nvSpPr>
          <p:cNvPr id="15" name="Text 13"/>
          <p:cNvSpPr/>
          <p:nvPr/>
        </p:nvSpPr>
        <p:spPr>
          <a:xfrm>
            <a:off x="4585987" y="2386835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156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Objetivo principal</a:t>
            </a:r>
            <a:endParaRPr lang="en-US" sz="2156"/>
          </a:p>
        </p:txBody>
      </p:sp>
      <p:sp>
        <p:nvSpPr>
          <p:cNvPr id="16" name="Text 14"/>
          <p:cNvSpPr/>
          <p:nvPr/>
        </p:nvSpPr>
        <p:spPr>
          <a:xfrm>
            <a:off x="868680" y="3066109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Bef>
                <a:spcPts val="1740"/>
              </a:spcBef>
              <a:buNone/>
            </a:pPr>
            <a:r>
              <a:rPr lang="en-US" sz="1885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Las pruebas estructurales examinan la lógica y estructura interna del código (pruebas de caja blanca).</a:t>
            </a:r>
            <a:endParaRPr lang="en-US" sz="1885"/>
          </a:p>
        </p:txBody>
      </p:sp>
      <p:sp>
        <p:nvSpPr>
          <p:cNvPr id="17" name="Text 15"/>
          <p:cNvSpPr/>
          <p:nvPr/>
        </p:nvSpPr>
        <p:spPr>
          <a:xfrm>
            <a:off x="868680" y="2386835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156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Definición de pruebas estructurales</a:t>
            </a:r>
            <a:endParaRPr lang="en-US" sz="2156"/>
          </a:p>
        </p:txBody>
      </p:sp>
      <p:sp>
        <p:nvSpPr>
          <p:cNvPr id="18" name="Text 16"/>
          <p:cNvSpPr/>
          <p:nvPr/>
        </p:nvSpPr>
        <p:spPr>
          <a:xfrm>
            <a:off x="9639435" y="1667395"/>
            <a:ext cx="350251" cy="365760"/>
          </a:xfrm>
          <a:custGeom>
            <a:avLst/>
            <a:gdLst/>
            <a:ahLst/>
            <a:cxnLst/>
            <a:rect l="l" t="t" r="r" b="b"/>
            <a:pathLst>
              <a:path w="350251" h="365760">
                <a:moveTo>
                  <a:pt x="175129" y="0"/>
                </a:moveTo>
                <a:cubicBezTo>
                  <a:pt x="187272" y="0"/>
                  <a:pt x="199132" y="1214"/>
                  <a:pt x="210704" y="3431"/>
                </a:cubicBezTo>
                <a:cubicBezTo>
                  <a:pt x="216346" y="4502"/>
                  <a:pt x="226276" y="7787"/>
                  <a:pt x="231705" y="17791"/>
                </a:cubicBezTo>
                <a:cubicBezTo>
                  <a:pt x="233134" y="20435"/>
                  <a:pt x="234276" y="23218"/>
                  <a:pt x="234990" y="26221"/>
                </a:cubicBezTo>
                <a:lnTo>
                  <a:pt x="241634" y="53726"/>
                </a:lnTo>
                <a:cubicBezTo>
                  <a:pt x="242636" y="57870"/>
                  <a:pt x="249634" y="61941"/>
                  <a:pt x="253708" y="60727"/>
                </a:cubicBezTo>
                <a:lnTo>
                  <a:pt x="280855" y="52724"/>
                </a:lnTo>
                <a:cubicBezTo>
                  <a:pt x="283714" y="51868"/>
                  <a:pt x="286642" y="51437"/>
                  <a:pt x="289570" y="51367"/>
                </a:cubicBezTo>
                <a:cubicBezTo>
                  <a:pt x="301072" y="51009"/>
                  <a:pt x="308858" y="58083"/>
                  <a:pt x="312644" y="62369"/>
                </a:cubicBezTo>
                <a:cubicBezTo>
                  <a:pt x="328434" y="80299"/>
                  <a:pt x="340577" y="101374"/>
                  <a:pt x="348293" y="124018"/>
                </a:cubicBezTo>
                <a:cubicBezTo>
                  <a:pt x="350149" y="129446"/>
                  <a:pt x="352293" y="139592"/>
                  <a:pt x="346363" y="149307"/>
                </a:cubicBezTo>
                <a:cubicBezTo>
                  <a:pt x="344790" y="151878"/>
                  <a:pt x="342864" y="154307"/>
                  <a:pt x="340647" y="156450"/>
                </a:cubicBezTo>
                <a:lnTo>
                  <a:pt x="320143" y="175953"/>
                </a:lnTo>
                <a:cubicBezTo>
                  <a:pt x="317142" y="178809"/>
                  <a:pt x="317142" y="187024"/>
                  <a:pt x="320143" y="189884"/>
                </a:cubicBezTo>
                <a:lnTo>
                  <a:pt x="340647" y="209387"/>
                </a:lnTo>
                <a:cubicBezTo>
                  <a:pt x="342860" y="211530"/>
                  <a:pt x="344790" y="213959"/>
                  <a:pt x="346363" y="216530"/>
                </a:cubicBezTo>
                <a:cubicBezTo>
                  <a:pt x="352219" y="226245"/>
                  <a:pt x="350079" y="236391"/>
                  <a:pt x="348293" y="241819"/>
                </a:cubicBezTo>
                <a:cubicBezTo>
                  <a:pt x="340577" y="264463"/>
                  <a:pt x="328434" y="285469"/>
                  <a:pt x="312644" y="303468"/>
                </a:cubicBezTo>
                <a:cubicBezTo>
                  <a:pt x="308858" y="307754"/>
                  <a:pt x="300998" y="314824"/>
                  <a:pt x="289570" y="314470"/>
                </a:cubicBezTo>
                <a:cubicBezTo>
                  <a:pt x="286642" y="314396"/>
                  <a:pt x="283714" y="313899"/>
                  <a:pt x="280855" y="313113"/>
                </a:cubicBezTo>
                <a:lnTo>
                  <a:pt x="253708" y="305040"/>
                </a:lnTo>
                <a:cubicBezTo>
                  <a:pt x="249634" y="303826"/>
                  <a:pt x="242636" y="307897"/>
                  <a:pt x="241634" y="312041"/>
                </a:cubicBezTo>
                <a:lnTo>
                  <a:pt x="234990" y="339546"/>
                </a:lnTo>
                <a:cubicBezTo>
                  <a:pt x="234276" y="342545"/>
                  <a:pt x="233134" y="345406"/>
                  <a:pt x="231705" y="347977"/>
                </a:cubicBezTo>
                <a:cubicBezTo>
                  <a:pt x="226202" y="357977"/>
                  <a:pt x="216273" y="361192"/>
                  <a:pt x="210704" y="362337"/>
                </a:cubicBezTo>
                <a:cubicBezTo>
                  <a:pt x="199131" y="364549"/>
                  <a:pt x="187272" y="365764"/>
                  <a:pt x="175129" y="365764"/>
                </a:cubicBezTo>
                <a:cubicBezTo>
                  <a:pt x="162986" y="365764"/>
                  <a:pt x="151126" y="364549"/>
                  <a:pt x="139554" y="362333"/>
                </a:cubicBezTo>
                <a:cubicBezTo>
                  <a:pt x="133911" y="361261"/>
                  <a:pt x="123982" y="357977"/>
                  <a:pt x="118553" y="347973"/>
                </a:cubicBezTo>
                <a:cubicBezTo>
                  <a:pt x="117124" y="345329"/>
                  <a:pt x="115982" y="342545"/>
                  <a:pt x="115268" y="339543"/>
                </a:cubicBezTo>
                <a:lnTo>
                  <a:pt x="108623" y="312037"/>
                </a:lnTo>
                <a:cubicBezTo>
                  <a:pt x="107622" y="307893"/>
                  <a:pt x="100624" y="303822"/>
                  <a:pt x="96550" y="305037"/>
                </a:cubicBezTo>
                <a:lnTo>
                  <a:pt x="69402" y="313036"/>
                </a:lnTo>
                <a:cubicBezTo>
                  <a:pt x="66544" y="313892"/>
                  <a:pt x="63616" y="314323"/>
                  <a:pt x="60688" y="314393"/>
                </a:cubicBezTo>
                <a:cubicBezTo>
                  <a:pt x="49186" y="314751"/>
                  <a:pt x="41400" y="307678"/>
                  <a:pt x="37613" y="303391"/>
                </a:cubicBezTo>
                <a:cubicBezTo>
                  <a:pt x="21898" y="285461"/>
                  <a:pt x="9681" y="264386"/>
                  <a:pt x="1965" y="241742"/>
                </a:cubicBezTo>
                <a:cubicBezTo>
                  <a:pt x="109" y="236314"/>
                  <a:pt x="-2035" y="226168"/>
                  <a:pt x="3895" y="216453"/>
                </a:cubicBezTo>
                <a:cubicBezTo>
                  <a:pt x="5467" y="213882"/>
                  <a:pt x="7394" y="211453"/>
                  <a:pt x="9611" y="209310"/>
                </a:cubicBezTo>
                <a:lnTo>
                  <a:pt x="30115" y="189808"/>
                </a:lnTo>
                <a:cubicBezTo>
                  <a:pt x="33116" y="186951"/>
                  <a:pt x="33116" y="178736"/>
                  <a:pt x="30115" y="175876"/>
                </a:cubicBezTo>
                <a:lnTo>
                  <a:pt x="9541" y="156373"/>
                </a:lnTo>
                <a:cubicBezTo>
                  <a:pt x="7327" y="154230"/>
                  <a:pt x="5397" y="151801"/>
                  <a:pt x="3825" y="149230"/>
                </a:cubicBezTo>
                <a:cubicBezTo>
                  <a:pt x="-2031" y="139516"/>
                  <a:pt x="109" y="129369"/>
                  <a:pt x="1968" y="124011"/>
                </a:cubicBezTo>
                <a:cubicBezTo>
                  <a:pt x="9684" y="101367"/>
                  <a:pt x="21828" y="80361"/>
                  <a:pt x="37617" y="62362"/>
                </a:cubicBezTo>
                <a:cubicBezTo>
                  <a:pt x="41403" y="58075"/>
                  <a:pt x="49263" y="51005"/>
                  <a:pt x="60691" y="51360"/>
                </a:cubicBezTo>
                <a:cubicBezTo>
                  <a:pt x="63620" y="51433"/>
                  <a:pt x="66548" y="51931"/>
                  <a:pt x="69406" y="52717"/>
                </a:cubicBezTo>
                <a:lnTo>
                  <a:pt x="96554" y="60720"/>
                </a:lnTo>
                <a:cubicBezTo>
                  <a:pt x="100627" y="61934"/>
                  <a:pt x="107625" y="57863"/>
                  <a:pt x="108627" y="53719"/>
                </a:cubicBezTo>
                <a:lnTo>
                  <a:pt x="115271" y="26214"/>
                </a:lnTo>
                <a:cubicBezTo>
                  <a:pt x="115986" y="23215"/>
                  <a:pt x="117127" y="20355"/>
                  <a:pt x="118556" y="17783"/>
                </a:cubicBezTo>
                <a:cubicBezTo>
                  <a:pt x="124059" y="7783"/>
                  <a:pt x="133988" y="4568"/>
                  <a:pt x="139557" y="3424"/>
                </a:cubicBezTo>
                <a:cubicBezTo>
                  <a:pt x="151130" y="1211"/>
                  <a:pt x="162989" y="-7"/>
                  <a:pt x="175132" y="-7"/>
                </a:cubicBezTo>
                <a:lnTo>
                  <a:pt x="175129" y="0"/>
                </a:lnTo>
                <a:moveTo>
                  <a:pt x="148055" y="36719"/>
                </a:moveTo>
                <a:lnTo>
                  <a:pt x="141981" y="61792"/>
                </a:lnTo>
                <a:cubicBezTo>
                  <a:pt x="136409" y="84867"/>
                  <a:pt x="109622" y="100295"/>
                  <a:pt x="86831" y="93653"/>
                </a:cubicBezTo>
                <a:lnTo>
                  <a:pt x="62183" y="86367"/>
                </a:lnTo>
                <a:cubicBezTo>
                  <a:pt x="50398" y="100156"/>
                  <a:pt x="41109" y="116158"/>
                  <a:pt x="35036" y="133301"/>
                </a:cubicBezTo>
                <a:lnTo>
                  <a:pt x="53753" y="151088"/>
                </a:lnTo>
                <a:cubicBezTo>
                  <a:pt x="70898" y="167375"/>
                  <a:pt x="70898" y="198381"/>
                  <a:pt x="53753" y="214668"/>
                </a:cubicBezTo>
                <a:lnTo>
                  <a:pt x="35036" y="232455"/>
                </a:lnTo>
                <a:cubicBezTo>
                  <a:pt x="41109" y="249602"/>
                  <a:pt x="50394" y="265600"/>
                  <a:pt x="62183" y="279389"/>
                </a:cubicBezTo>
                <a:lnTo>
                  <a:pt x="86901" y="272103"/>
                </a:lnTo>
                <a:cubicBezTo>
                  <a:pt x="109618" y="265388"/>
                  <a:pt x="136479" y="280889"/>
                  <a:pt x="142051" y="303965"/>
                </a:cubicBezTo>
                <a:lnTo>
                  <a:pt x="148125" y="329038"/>
                </a:lnTo>
                <a:cubicBezTo>
                  <a:pt x="165697" y="332253"/>
                  <a:pt x="184771" y="332253"/>
                  <a:pt x="202347" y="329038"/>
                </a:cubicBezTo>
                <a:lnTo>
                  <a:pt x="208420" y="303965"/>
                </a:lnTo>
                <a:cubicBezTo>
                  <a:pt x="213993" y="280889"/>
                  <a:pt x="240780" y="265461"/>
                  <a:pt x="263571" y="272103"/>
                </a:cubicBezTo>
                <a:lnTo>
                  <a:pt x="288288" y="279389"/>
                </a:lnTo>
                <a:cubicBezTo>
                  <a:pt x="300074" y="265600"/>
                  <a:pt x="309362" y="249598"/>
                  <a:pt x="315436" y="232455"/>
                </a:cubicBezTo>
                <a:lnTo>
                  <a:pt x="296718" y="214668"/>
                </a:lnTo>
                <a:cubicBezTo>
                  <a:pt x="279574" y="198381"/>
                  <a:pt x="279574" y="167375"/>
                  <a:pt x="296718" y="151088"/>
                </a:cubicBezTo>
                <a:lnTo>
                  <a:pt x="315436" y="133301"/>
                </a:lnTo>
                <a:cubicBezTo>
                  <a:pt x="309362" y="116158"/>
                  <a:pt x="300077" y="100152"/>
                  <a:pt x="288288" y="86367"/>
                </a:cubicBezTo>
                <a:lnTo>
                  <a:pt x="263571" y="93653"/>
                </a:lnTo>
                <a:cubicBezTo>
                  <a:pt x="240853" y="100368"/>
                  <a:pt x="213993" y="84867"/>
                  <a:pt x="208420" y="61792"/>
                </a:cubicBezTo>
                <a:lnTo>
                  <a:pt x="202347" y="36719"/>
                </a:lnTo>
                <a:cubicBezTo>
                  <a:pt x="184775" y="33504"/>
                  <a:pt x="165700" y="33504"/>
                  <a:pt x="148125" y="36719"/>
                </a:cubicBezTo>
                <a:lnTo>
                  <a:pt x="148055" y="36719"/>
                </a:lnTo>
                <a:moveTo>
                  <a:pt x="140839" y="182880"/>
                </a:moveTo>
                <a:cubicBezTo>
                  <a:pt x="140839" y="201819"/>
                  <a:pt x="156191" y="217170"/>
                  <a:pt x="175129" y="217170"/>
                </a:cubicBezTo>
                <a:cubicBezTo>
                  <a:pt x="194067" y="217170"/>
                  <a:pt x="209418" y="201819"/>
                  <a:pt x="209418" y="182880"/>
                </a:cubicBezTo>
                <a:cubicBezTo>
                  <a:pt x="209418" y="163941"/>
                  <a:pt x="194067" y="148590"/>
                  <a:pt x="175129" y="148590"/>
                </a:cubicBezTo>
                <a:cubicBezTo>
                  <a:pt x="156191" y="148590"/>
                  <a:pt x="140839" y="163941"/>
                  <a:pt x="140839" y="182880"/>
                </a:cubicBezTo>
                <a:lnTo>
                  <a:pt x="140839" y="182880"/>
                </a:lnTo>
                <a:moveTo>
                  <a:pt x="175129" y="251460"/>
                </a:moveTo>
                <a:cubicBezTo>
                  <a:pt x="137253" y="251460"/>
                  <a:pt x="106550" y="220754"/>
                  <a:pt x="106550" y="182880"/>
                </a:cubicBezTo>
                <a:cubicBezTo>
                  <a:pt x="106550" y="145006"/>
                  <a:pt x="137253" y="114300"/>
                  <a:pt x="175129" y="114300"/>
                </a:cubicBezTo>
                <a:cubicBezTo>
                  <a:pt x="213005" y="114300"/>
                  <a:pt x="243708" y="145006"/>
                  <a:pt x="243708" y="182880"/>
                </a:cubicBezTo>
                <a:cubicBezTo>
                  <a:pt x="243708" y="220754"/>
                  <a:pt x="213005" y="251460"/>
                  <a:pt x="175129" y="25146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11867" y="1667444"/>
            <a:ext cx="365760" cy="365662"/>
          </a:xfrm>
          <a:custGeom>
            <a:avLst/>
            <a:gdLst/>
            <a:ahLst/>
            <a:cxnLst/>
            <a:rect l="l" t="t" r="r" b="b"/>
            <a:pathLst>
              <a:path w="365760" h="365662">
                <a:moveTo>
                  <a:pt x="262864" y="148576"/>
                </a:moveTo>
                <a:cubicBezTo>
                  <a:pt x="262864" y="85455"/>
                  <a:pt x="211695" y="34288"/>
                  <a:pt x="148575" y="34288"/>
                </a:cubicBezTo>
                <a:cubicBezTo>
                  <a:pt x="85456" y="34288"/>
                  <a:pt x="34286" y="85455"/>
                  <a:pt x="34286" y="148576"/>
                </a:cubicBezTo>
                <a:cubicBezTo>
                  <a:pt x="34286" y="211696"/>
                  <a:pt x="85456" y="262863"/>
                  <a:pt x="148575" y="262863"/>
                </a:cubicBezTo>
                <a:cubicBezTo>
                  <a:pt x="211695" y="262863"/>
                  <a:pt x="262864" y="211696"/>
                  <a:pt x="262864" y="148576"/>
                </a:cubicBezTo>
                <a:lnTo>
                  <a:pt x="262864" y="148576"/>
                </a:lnTo>
                <a:moveTo>
                  <a:pt x="240791" y="265079"/>
                </a:moveTo>
                <a:cubicBezTo>
                  <a:pt x="215506" y="285150"/>
                  <a:pt x="183432" y="297151"/>
                  <a:pt x="148575" y="297151"/>
                </a:cubicBezTo>
                <a:cubicBezTo>
                  <a:pt x="66502" y="297151"/>
                  <a:pt x="0" y="230649"/>
                  <a:pt x="0" y="148576"/>
                </a:cubicBezTo>
                <a:cubicBezTo>
                  <a:pt x="0" y="66503"/>
                  <a:pt x="66503" y="0"/>
                  <a:pt x="148575" y="0"/>
                </a:cubicBezTo>
                <a:cubicBezTo>
                  <a:pt x="230648" y="0"/>
                  <a:pt x="297151" y="66503"/>
                  <a:pt x="297151" y="148576"/>
                </a:cubicBezTo>
                <a:cubicBezTo>
                  <a:pt x="297151" y="183434"/>
                  <a:pt x="285150" y="215506"/>
                  <a:pt x="265077" y="240792"/>
                </a:cubicBezTo>
                <a:lnTo>
                  <a:pt x="360723" y="336438"/>
                </a:lnTo>
                <a:cubicBezTo>
                  <a:pt x="367439" y="343152"/>
                  <a:pt x="367439" y="354012"/>
                  <a:pt x="360723" y="360652"/>
                </a:cubicBezTo>
                <a:cubicBezTo>
                  <a:pt x="354008" y="367296"/>
                  <a:pt x="343152" y="367366"/>
                  <a:pt x="336510" y="360652"/>
                </a:cubicBezTo>
                <a:lnTo>
                  <a:pt x="240791" y="26507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94560" y="1703983"/>
            <a:ext cx="365760" cy="292583"/>
          </a:xfrm>
          <a:custGeom>
            <a:avLst/>
            <a:gdLst/>
            <a:ahLst/>
            <a:cxnLst/>
            <a:rect l="l" t="t" r="r" b="b"/>
            <a:pathLst>
              <a:path w="365760" h="292583">
                <a:moveTo>
                  <a:pt x="228084" y="617"/>
                </a:moveTo>
                <a:cubicBezTo>
                  <a:pt x="220828" y="-1612"/>
                  <a:pt x="213169" y="2390"/>
                  <a:pt x="210941" y="9646"/>
                </a:cubicBezTo>
                <a:lnTo>
                  <a:pt x="128645" y="274823"/>
                </a:lnTo>
                <a:cubicBezTo>
                  <a:pt x="126418" y="282082"/>
                  <a:pt x="130415" y="289739"/>
                  <a:pt x="137676" y="291969"/>
                </a:cubicBezTo>
                <a:cubicBezTo>
                  <a:pt x="144932" y="294198"/>
                  <a:pt x="152591" y="290196"/>
                  <a:pt x="154823" y="282940"/>
                </a:cubicBezTo>
                <a:lnTo>
                  <a:pt x="237119" y="17763"/>
                </a:lnTo>
                <a:cubicBezTo>
                  <a:pt x="239346" y="10504"/>
                  <a:pt x="235348" y="2847"/>
                  <a:pt x="228088" y="617"/>
                </a:cubicBezTo>
                <a:lnTo>
                  <a:pt x="228084" y="617"/>
                </a:lnTo>
                <a:moveTo>
                  <a:pt x="268892" y="68339"/>
                </a:moveTo>
                <a:cubicBezTo>
                  <a:pt x="263691" y="73883"/>
                  <a:pt x="263976" y="82570"/>
                  <a:pt x="269521" y="87714"/>
                </a:cubicBezTo>
                <a:lnTo>
                  <a:pt x="331986" y="146292"/>
                </a:lnTo>
                <a:lnTo>
                  <a:pt x="269521" y="204870"/>
                </a:lnTo>
                <a:cubicBezTo>
                  <a:pt x="263976" y="210069"/>
                  <a:pt x="263691" y="218756"/>
                  <a:pt x="268892" y="224245"/>
                </a:cubicBezTo>
                <a:cubicBezTo>
                  <a:pt x="274093" y="229731"/>
                  <a:pt x="282780" y="230073"/>
                  <a:pt x="288266" y="224874"/>
                </a:cubicBezTo>
                <a:lnTo>
                  <a:pt x="361418" y="156295"/>
                </a:lnTo>
                <a:cubicBezTo>
                  <a:pt x="364162" y="153723"/>
                  <a:pt x="365760" y="150066"/>
                  <a:pt x="365760" y="146295"/>
                </a:cubicBezTo>
                <a:cubicBezTo>
                  <a:pt x="365760" y="142523"/>
                  <a:pt x="364216" y="138866"/>
                  <a:pt x="361418" y="136294"/>
                </a:cubicBezTo>
                <a:lnTo>
                  <a:pt x="288266" y="67716"/>
                </a:lnTo>
                <a:cubicBezTo>
                  <a:pt x="282722" y="62516"/>
                  <a:pt x="274035" y="62800"/>
                  <a:pt x="268892" y="68345"/>
                </a:cubicBezTo>
                <a:lnTo>
                  <a:pt x="268892" y="68339"/>
                </a:lnTo>
                <a:moveTo>
                  <a:pt x="96868" y="68339"/>
                </a:moveTo>
                <a:cubicBezTo>
                  <a:pt x="91667" y="62794"/>
                  <a:pt x="82980" y="62510"/>
                  <a:pt x="77494" y="67710"/>
                </a:cubicBezTo>
                <a:lnTo>
                  <a:pt x="4342" y="136288"/>
                </a:lnTo>
                <a:cubicBezTo>
                  <a:pt x="1540" y="138860"/>
                  <a:pt x="0" y="142517"/>
                  <a:pt x="0" y="146289"/>
                </a:cubicBezTo>
                <a:cubicBezTo>
                  <a:pt x="0" y="150060"/>
                  <a:pt x="1544" y="153717"/>
                  <a:pt x="4345" y="156289"/>
                </a:cubicBezTo>
                <a:lnTo>
                  <a:pt x="77497" y="224868"/>
                </a:lnTo>
                <a:cubicBezTo>
                  <a:pt x="83042" y="230067"/>
                  <a:pt x="91729" y="229783"/>
                  <a:pt x="96872" y="224239"/>
                </a:cubicBezTo>
                <a:cubicBezTo>
                  <a:pt x="102014" y="218694"/>
                  <a:pt x="101787" y="210008"/>
                  <a:pt x="96242" y="204864"/>
                </a:cubicBezTo>
                <a:lnTo>
                  <a:pt x="33778" y="146286"/>
                </a:lnTo>
                <a:lnTo>
                  <a:pt x="96242" y="87708"/>
                </a:lnTo>
                <a:cubicBezTo>
                  <a:pt x="101787" y="82509"/>
                  <a:pt x="102073" y="73822"/>
                  <a:pt x="96872" y="68333"/>
                </a:cubicBezTo>
                <a:lnTo>
                  <a:pt x="96868" y="6833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78" y="1164795"/>
            <a:ext cx="8229600" cy="45719"/>
          </a:xfrm>
          <a:custGeom>
            <a:avLst/>
            <a:gdLst/>
            <a:ahLst/>
            <a:cxnLst/>
            <a:rect l="l" t="t" r="r" b="b"/>
            <a:pathLst>
              <a:path w="8229600" h="45719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640079" y="1"/>
            <a:ext cx="822960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Tipos de pruebas - Pruebas de regresión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/>
              </a:rPr>
              <a:t>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441159" y="0"/>
            <a:ext cx="2750841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41159" y="0"/>
            <a:ext cx="2750841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313" y="171170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78" y="3180099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313" y="4648499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14641" y="5158185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257"/>
              </a:spcBef>
              <a:buNone/>
            </a:pPr>
            <a:r>
              <a:rPr lang="en-US" sz="1634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Estas pruebas son esenciales en mantenimiento y actualización, ayudando a mantener software estable y confiable ante evoluciones funcionales.</a:t>
            </a:r>
            <a:endParaRPr lang="en-US" sz="1634"/>
          </a:p>
        </p:txBody>
      </p:sp>
      <p:sp>
        <p:nvSpPr>
          <p:cNvPr id="15" name="Text 13"/>
          <p:cNvSpPr/>
          <p:nvPr/>
        </p:nvSpPr>
        <p:spPr>
          <a:xfrm>
            <a:off x="1514641" y="4648499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Importancia en mantenimiento y actualización</a:t>
            </a:r>
            <a:endParaRPr lang="en-US" sz="2030"/>
          </a:p>
        </p:txBody>
      </p:sp>
      <p:sp>
        <p:nvSpPr>
          <p:cNvPr id="16" name="Text 14"/>
          <p:cNvSpPr/>
          <p:nvPr/>
        </p:nvSpPr>
        <p:spPr>
          <a:xfrm>
            <a:off x="1514641" y="3672457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257"/>
              </a:spcBef>
              <a:buNone/>
            </a:pPr>
            <a:r>
              <a:rPr lang="en-US" sz="1634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Se ejecutan casos de prueba antes y después de los cambios para verificar que el sistema mantenga su integridad.</a:t>
            </a:r>
            <a:endParaRPr lang="en-US" sz="1634"/>
          </a:p>
        </p:txBody>
      </p:sp>
      <p:sp>
        <p:nvSpPr>
          <p:cNvPr id="17" name="Text 15"/>
          <p:cNvSpPr/>
          <p:nvPr/>
        </p:nvSpPr>
        <p:spPr>
          <a:xfrm>
            <a:off x="1514641" y="3180099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Proceso de ejecución</a:t>
            </a:r>
            <a:endParaRPr lang="en-US" sz="2030"/>
          </a:p>
        </p:txBody>
      </p:sp>
      <p:sp>
        <p:nvSpPr>
          <p:cNvPr id="18" name="Text 16"/>
          <p:cNvSpPr/>
          <p:nvPr/>
        </p:nvSpPr>
        <p:spPr>
          <a:xfrm>
            <a:off x="1514641" y="2200363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257"/>
              </a:spcBef>
              <a:buNone/>
            </a:pPr>
            <a:r>
              <a:rPr lang="en-US" sz="1634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Las pruebas de regresión garantizan que modificaciones recientes en el código no introduzcan fallos en funcionalidades existentes.</a:t>
            </a:r>
            <a:endParaRPr lang="en-US" sz="1634"/>
          </a:p>
        </p:txBody>
      </p:sp>
      <p:sp>
        <p:nvSpPr>
          <p:cNvPr id="19" name="Text 17"/>
          <p:cNvSpPr/>
          <p:nvPr/>
        </p:nvSpPr>
        <p:spPr>
          <a:xfrm>
            <a:off x="1514641" y="17117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Propósito de las pruebas de regresión</a:t>
            </a:r>
            <a:endParaRPr lang="en-US" sz="2030"/>
          </a:p>
        </p:txBody>
      </p:sp>
      <p:sp>
        <p:nvSpPr>
          <p:cNvPr id="20" name="Text 18"/>
          <p:cNvSpPr/>
          <p:nvPr/>
        </p:nvSpPr>
        <p:spPr>
          <a:xfrm>
            <a:off x="786473" y="478565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72682" y="143590"/>
                </a:moveTo>
                <a:cubicBezTo>
                  <a:pt x="177718" y="144984"/>
                  <a:pt x="183024" y="145733"/>
                  <a:pt x="188595" y="145733"/>
                </a:cubicBezTo>
                <a:cubicBezTo>
                  <a:pt x="221009" y="145733"/>
                  <a:pt x="247423" y="120015"/>
                  <a:pt x="248548" y="87867"/>
                </a:cubicBezTo>
                <a:lnTo>
                  <a:pt x="234993" y="101422"/>
                </a:lnTo>
                <a:cubicBezTo>
                  <a:pt x="228563" y="107852"/>
                  <a:pt x="219832" y="111440"/>
                  <a:pt x="210722" y="111440"/>
                </a:cubicBezTo>
                <a:lnTo>
                  <a:pt x="197167" y="111440"/>
                </a:lnTo>
                <a:cubicBezTo>
                  <a:pt x="178253" y="111440"/>
                  <a:pt x="162877" y="96064"/>
                  <a:pt x="162877" y="77150"/>
                </a:cubicBezTo>
                <a:lnTo>
                  <a:pt x="162877" y="63541"/>
                </a:lnTo>
                <a:cubicBezTo>
                  <a:pt x="162877" y="54433"/>
                  <a:pt x="166468" y="45699"/>
                  <a:pt x="172896" y="39269"/>
                </a:cubicBezTo>
                <a:lnTo>
                  <a:pt x="172896" y="39269"/>
                </a:lnTo>
                <a:lnTo>
                  <a:pt x="186450" y="25767"/>
                </a:lnTo>
                <a:cubicBezTo>
                  <a:pt x="154302" y="26840"/>
                  <a:pt x="128585" y="53306"/>
                  <a:pt x="128585" y="85720"/>
                </a:cubicBezTo>
                <a:cubicBezTo>
                  <a:pt x="128585" y="91239"/>
                  <a:pt x="129334" y="96596"/>
                  <a:pt x="130727" y="101633"/>
                </a:cubicBezTo>
                <a:cubicBezTo>
                  <a:pt x="133191" y="110526"/>
                  <a:pt x="130620" y="120064"/>
                  <a:pt x="124083" y="126602"/>
                </a:cubicBezTo>
                <a:lnTo>
                  <a:pt x="30589" y="220043"/>
                </a:lnTo>
                <a:cubicBezTo>
                  <a:pt x="27429" y="223151"/>
                  <a:pt x="25715" y="227436"/>
                  <a:pt x="25715" y="231883"/>
                </a:cubicBezTo>
                <a:cubicBezTo>
                  <a:pt x="25715" y="241097"/>
                  <a:pt x="33215" y="248600"/>
                  <a:pt x="42432" y="248600"/>
                </a:cubicBezTo>
                <a:cubicBezTo>
                  <a:pt x="46879" y="248600"/>
                  <a:pt x="51111" y="246830"/>
                  <a:pt x="54271" y="243725"/>
                </a:cubicBezTo>
                <a:lnTo>
                  <a:pt x="147710" y="150231"/>
                </a:lnTo>
                <a:cubicBezTo>
                  <a:pt x="154247" y="143694"/>
                  <a:pt x="163783" y="141176"/>
                  <a:pt x="172679" y="143587"/>
                </a:cubicBezTo>
                <a:lnTo>
                  <a:pt x="172682" y="143590"/>
                </a:lnTo>
                <a:moveTo>
                  <a:pt x="227494" y="21109"/>
                </a:moveTo>
                <a:lnTo>
                  <a:pt x="191113" y="57489"/>
                </a:lnTo>
                <a:cubicBezTo>
                  <a:pt x="189506" y="59097"/>
                  <a:pt x="188595" y="61294"/>
                  <a:pt x="188595" y="63544"/>
                </a:cubicBezTo>
                <a:lnTo>
                  <a:pt x="188595" y="77153"/>
                </a:lnTo>
                <a:cubicBezTo>
                  <a:pt x="188595" y="81868"/>
                  <a:pt x="192452" y="85725"/>
                  <a:pt x="197167" y="85725"/>
                </a:cubicBezTo>
                <a:lnTo>
                  <a:pt x="210777" y="85725"/>
                </a:lnTo>
                <a:cubicBezTo>
                  <a:pt x="213026" y="85725"/>
                  <a:pt x="215223" y="84814"/>
                  <a:pt x="216831" y="83207"/>
                </a:cubicBezTo>
                <a:lnTo>
                  <a:pt x="253211" y="46827"/>
                </a:lnTo>
                <a:cubicBezTo>
                  <a:pt x="257068" y="42970"/>
                  <a:pt x="263553" y="43666"/>
                  <a:pt x="265909" y="48596"/>
                </a:cubicBezTo>
                <a:cubicBezTo>
                  <a:pt x="271322" y="59849"/>
                  <a:pt x="274320" y="72437"/>
                  <a:pt x="274320" y="85725"/>
                </a:cubicBezTo>
                <a:cubicBezTo>
                  <a:pt x="274320" y="133089"/>
                  <a:pt x="235959" y="171450"/>
                  <a:pt x="188595" y="171450"/>
                </a:cubicBezTo>
                <a:cubicBezTo>
                  <a:pt x="180719" y="171450"/>
                  <a:pt x="173110" y="170377"/>
                  <a:pt x="165931" y="168397"/>
                </a:cubicBezTo>
                <a:lnTo>
                  <a:pt x="72437" y="261891"/>
                </a:lnTo>
                <a:cubicBezTo>
                  <a:pt x="64454" y="269873"/>
                  <a:pt x="53684" y="274320"/>
                  <a:pt x="42435" y="274320"/>
                </a:cubicBezTo>
                <a:cubicBezTo>
                  <a:pt x="19021" y="274320"/>
                  <a:pt x="0" y="255299"/>
                  <a:pt x="0" y="231886"/>
                </a:cubicBezTo>
                <a:cubicBezTo>
                  <a:pt x="0" y="220633"/>
                  <a:pt x="4447" y="209866"/>
                  <a:pt x="12429" y="201883"/>
                </a:cubicBezTo>
                <a:lnTo>
                  <a:pt x="105923" y="108389"/>
                </a:lnTo>
                <a:cubicBezTo>
                  <a:pt x="103940" y="101210"/>
                  <a:pt x="102870" y="93601"/>
                  <a:pt x="102870" y="85725"/>
                </a:cubicBezTo>
                <a:cubicBezTo>
                  <a:pt x="102870" y="38361"/>
                  <a:pt x="141231" y="0"/>
                  <a:pt x="188595" y="0"/>
                </a:cubicBezTo>
                <a:cubicBezTo>
                  <a:pt x="201883" y="0"/>
                  <a:pt x="214474" y="3053"/>
                  <a:pt x="225724" y="8411"/>
                </a:cubicBezTo>
                <a:cubicBezTo>
                  <a:pt x="230654" y="10767"/>
                  <a:pt x="231351" y="17252"/>
                  <a:pt x="227494" y="21109"/>
                </a:cubicBezTo>
                <a:lnTo>
                  <a:pt x="227494" y="21109"/>
                </a:lnTo>
                <a:moveTo>
                  <a:pt x="47150" y="218600"/>
                </a:moveTo>
                <a:cubicBezTo>
                  <a:pt x="51885" y="218600"/>
                  <a:pt x="55723" y="222438"/>
                  <a:pt x="55723" y="227173"/>
                </a:cubicBezTo>
                <a:cubicBezTo>
                  <a:pt x="55723" y="231907"/>
                  <a:pt x="51885" y="235745"/>
                  <a:pt x="47150" y="235745"/>
                </a:cubicBezTo>
                <a:cubicBezTo>
                  <a:pt x="42415" y="235745"/>
                  <a:pt x="38578" y="231907"/>
                  <a:pt x="38578" y="227173"/>
                </a:cubicBezTo>
                <a:cubicBezTo>
                  <a:pt x="38578" y="222438"/>
                  <a:pt x="42415" y="218600"/>
                  <a:pt x="47150" y="2186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1528" y="3317259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171449" y="34290"/>
                </a:moveTo>
                <a:lnTo>
                  <a:pt x="150017" y="34290"/>
                </a:lnTo>
                <a:lnTo>
                  <a:pt x="144874" y="34290"/>
                </a:lnTo>
                <a:cubicBezTo>
                  <a:pt x="140909" y="14734"/>
                  <a:pt x="123602" y="0"/>
                  <a:pt x="102868" y="0"/>
                </a:cubicBezTo>
                <a:cubicBezTo>
                  <a:pt x="82134" y="0"/>
                  <a:pt x="64827" y="14734"/>
                  <a:pt x="60862" y="34290"/>
                </a:cubicBezTo>
                <a:lnTo>
                  <a:pt x="55719" y="34290"/>
                </a:lnTo>
                <a:lnTo>
                  <a:pt x="34287" y="34290"/>
                </a:lnTo>
                <a:cubicBezTo>
                  <a:pt x="15373" y="34290"/>
                  <a:pt x="-4" y="49666"/>
                  <a:pt x="-4" y="68580"/>
                </a:cubicBezTo>
                <a:lnTo>
                  <a:pt x="-4" y="240030"/>
                </a:lnTo>
                <a:cubicBezTo>
                  <a:pt x="-4" y="258944"/>
                  <a:pt x="15373" y="274320"/>
                  <a:pt x="34287" y="274320"/>
                </a:cubicBezTo>
                <a:lnTo>
                  <a:pt x="171447" y="274320"/>
                </a:lnTo>
                <a:cubicBezTo>
                  <a:pt x="190361" y="274320"/>
                  <a:pt x="205738" y="258944"/>
                  <a:pt x="205738" y="240030"/>
                </a:cubicBezTo>
                <a:lnTo>
                  <a:pt x="205738" y="68580"/>
                </a:lnTo>
                <a:cubicBezTo>
                  <a:pt x="205738" y="49666"/>
                  <a:pt x="190361" y="34290"/>
                  <a:pt x="171447" y="34290"/>
                </a:cubicBezTo>
                <a:lnTo>
                  <a:pt x="171449" y="34290"/>
                </a:lnTo>
                <a:moveTo>
                  <a:pt x="42862" y="60008"/>
                </a:moveTo>
                <a:lnTo>
                  <a:pt x="42862" y="72868"/>
                </a:lnTo>
                <a:cubicBezTo>
                  <a:pt x="42862" y="79994"/>
                  <a:pt x="48594" y="85728"/>
                  <a:pt x="55721" y="85728"/>
                </a:cubicBezTo>
                <a:lnTo>
                  <a:pt x="102870" y="85728"/>
                </a:lnTo>
                <a:lnTo>
                  <a:pt x="150019" y="85728"/>
                </a:lnTo>
                <a:cubicBezTo>
                  <a:pt x="157146" y="85728"/>
                  <a:pt x="162878" y="79994"/>
                  <a:pt x="162878" y="72870"/>
                </a:cubicBezTo>
                <a:lnTo>
                  <a:pt x="162878" y="60013"/>
                </a:lnTo>
                <a:lnTo>
                  <a:pt x="171451" y="60013"/>
                </a:lnTo>
                <a:cubicBezTo>
                  <a:pt x="176167" y="60013"/>
                  <a:pt x="180025" y="63870"/>
                  <a:pt x="180025" y="68585"/>
                </a:cubicBezTo>
                <a:lnTo>
                  <a:pt x="180025" y="240035"/>
                </a:lnTo>
                <a:cubicBezTo>
                  <a:pt x="180025" y="244751"/>
                  <a:pt x="176167" y="248608"/>
                  <a:pt x="171451" y="248608"/>
                </a:cubicBezTo>
                <a:lnTo>
                  <a:pt x="34291" y="248608"/>
                </a:lnTo>
                <a:cubicBezTo>
                  <a:pt x="29575" y="248608"/>
                  <a:pt x="25718" y="244751"/>
                  <a:pt x="25718" y="240035"/>
                </a:cubicBezTo>
                <a:lnTo>
                  <a:pt x="25718" y="68585"/>
                </a:lnTo>
                <a:cubicBezTo>
                  <a:pt x="25718" y="63870"/>
                  <a:pt x="29575" y="60013"/>
                  <a:pt x="34291" y="60013"/>
                </a:cubicBezTo>
                <a:lnTo>
                  <a:pt x="42862" y="60008"/>
                </a:lnTo>
                <a:moveTo>
                  <a:pt x="90011" y="42863"/>
                </a:moveTo>
                <a:cubicBezTo>
                  <a:pt x="90011" y="35760"/>
                  <a:pt x="95768" y="30005"/>
                  <a:pt x="102870" y="30005"/>
                </a:cubicBezTo>
                <a:cubicBezTo>
                  <a:pt x="109972" y="30005"/>
                  <a:pt x="115729" y="35763"/>
                  <a:pt x="115729" y="42865"/>
                </a:cubicBezTo>
                <a:cubicBezTo>
                  <a:pt x="115729" y="49967"/>
                  <a:pt x="109972" y="55725"/>
                  <a:pt x="102870" y="55725"/>
                </a:cubicBezTo>
                <a:cubicBezTo>
                  <a:pt x="95768" y="55725"/>
                  <a:pt x="90011" y="49967"/>
                  <a:pt x="90011" y="42868"/>
                </a:cubicBezTo>
                <a:lnTo>
                  <a:pt x="90011" y="42863"/>
                </a:lnTo>
                <a:moveTo>
                  <a:pt x="154840" y="143376"/>
                </a:moveTo>
                <a:cubicBezTo>
                  <a:pt x="159876" y="138340"/>
                  <a:pt x="159876" y="130195"/>
                  <a:pt x="154840" y="125213"/>
                </a:cubicBezTo>
                <a:cubicBezTo>
                  <a:pt x="149803" y="120232"/>
                  <a:pt x="141660" y="120177"/>
                  <a:pt x="136677" y="125213"/>
                </a:cubicBezTo>
                <a:lnTo>
                  <a:pt x="88618" y="173274"/>
                </a:lnTo>
                <a:lnTo>
                  <a:pt x="69116" y="153773"/>
                </a:lnTo>
                <a:cubicBezTo>
                  <a:pt x="64080" y="148736"/>
                  <a:pt x="55937" y="148736"/>
                  <a:pt x="50954" y="153773"/>
                </a:cubicBezTo>
                <a:cubicBezTo>
                  <a:pt x="45971" y="158809"/>
                  <a:pt x="45917" y="166954"/>
                  <a:pt x="50954" y="171936"/>
                </a:cubicBezTo>
                <a:lnTo>
                  <a:pt x="79510" y="200492"/>
                </a:lnTo>
                <a:cubicBezTo>
                  <a:pt x="81922" y="202904"/>
                  <a:pt x="85189" y="204242"/>
                  <a:pt x="88618" y="204242"/>
                </a:cubicBezTo>
                <a:cubicBezTo>
                  <a:pt x="92048" y="204242"/>
                  <a:pt x="95315" y="202904"/>
                  <a:pt x="97727" y="200492"/>
                </a:cubicBezTo>
                <a:lnTo>
                  <a:pt x="154840" y="14337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4338" y="1848860"/>
            <a:ext cx="258590" cy="274320"/>
          </a:xfrm>
          <a:custGeom>
            <a:avLst/>
            <a:gdLst/>
            <a:ahLst/>
            <a:cxnLst/>
            <a:rect l="l" t="t" r="r" b="b"/>
            <a:pathLst>
              <a:path w="258590" h="274320">
                <a:moveTo>
                  <a:pt x="129295" y="26612"/>
                </a:moveTo>
                <a:lnTo>
                  <a:pt x="30708" y="68418"/>
                </a:lnTo>
                <a:cubicBezTo>
                  <a:pt x="27529" y="69765"/>
                  <a:pt x="25805" y="72621"/>
                  <a:pt x="25859" y="75315"/>
                </a:cubicBezTo>
                <a:cubicBezTo>
                  <a:pt x="26128" y="124555"/>
                  <a:pt x="46546" y="209619"/>
                  <a:pt x="126277" y="247760"/>
                </a:cubicBezTo>
                <a:cubicBezTo>
                  <a:pt x="128217" y="248677"/>
                  <a:pt x="130479" y="248677"/>
                  <a:pt x="132364" y="247760"/>
                </a:cubicBezTo>
                <a:cubicBezTo>
                  <a:pt x="212095" y="209564"/>
                  <a:pt x="232514" y="124552"/>
                  <a:pt x="232728" y="75260"/>
                </a:cubicBezTo>
                <a:cubicBezTo>
                  <a:pt x="232728" y="72566"/>
                  <a:pt x="231058" y="69765"/>
                  <a:pt x="227880" y="68363"/>
                </a:cubicBezTo>
                <a:lnTo>
                  <a:pt x="129295" y="26612"/>
                </a:lnTo>
                <a:moveTo>
                  <a:pt x="136515" y="1564"/>
                </a:moveTo>
                <a:lnTo>
                  <a:pt x="237957" y="44607"/>
                </a:lnTo>
                <a:cubicBezTo>
                  <a:pt x="249808" y="49616"/>
                  <a:pt x="258644" y="61308"/>
                  <a:pt x="258590" y="75422"/>
                </a:cubicBezTo>
                <a:cubicBezTo>
                  <a:pt x="258321" y="128865"/>
                  <a:pt x="236341" y="226643"/>
                  <a:pt x="143517" y="271088"/>
                </a:cubicBezTo>
                <a:cubicBezTo>
                  <a:pt x="134521" y="275398"/>
                  <a:pt x="124069" y="275398"/>
                  <a:pt x="115072" y="271088"/>
                </a:cubicBezTo>
                <a:cubicBezTo>
                  <a:pt x="22249" y="226643"/>
                  <a:pt x="269" y="128864"/>
                  <a:pt x="0" y="75422"/>
                </a:cubicBezTo>
                <a:cubicBezTo>
                  <a:pt x="-54" y="61308"/>
                  <a:pt x="8782" y="49616"/>
                  <a:pt x="20633" y="44607"/>
                </a:cubicBezTo>
                <a:lnTo>
                  <a:pt x="122129" y="1564"/>
                </a:lnTo>
                <a:cubicBezTo>
                  <a:pt x="124338" y="540"/>
                  <a:pt x="126815" y="0"/>
                  <a:pt x="129295" y="0"/>
                </a:cubicBezTo>
                <a:cubicBezTo>
                  <a:pt x="131772" y="0"/>
                  <a:pt x="134252" y="538"/>
                  <a:pt x="136515" y="1564"/>
                </a:cubicBezTo>
                <a:lnTo>
                  <a:pt x="136515" y="156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771147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879522" y="6309360"/>
            <a:ext cx="68484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3452648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2750841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2750841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52648" y="1164795"/>
            <a:ext cx="8092401" cy="45719"/>
          </a:xfrm>
          <a:custGeom>
            <a:avLst/>
            <a:gdLst/>
            <a:ahLst/>
            <a:cxnLst/>
            <a:rect l="l" t="t" r="r" b="b"/>
            <a:pathLst>
              <a:path w="8092401" h="45719">
                <a:moveTo>
                  <a:pt x="0" y="0"/>
                </a:moveTo>
                <a:lnTo>
                  <a:pt x="809240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52649" y="1"/>
            <a:ext cx="809507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Pruebas de código - Cobertura de código</a:t>
            </a:r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3461883" y="171170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52648" y="3180099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61883" y="4648499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27211" y="5158185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257"/>
              </a:spcBef>
              <a:buNone/>
            </a:pPr>
            <a:r>
              <a:rPr lang="en-US" sz="1634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Esta técnica es fundamental para asegurar que todas las rutas y sentencias del programa sean evaluadas, mejorando la detección de fallos ocultos.</a:t>
            </a:r>
            <a:endParaRPr lang="en-US" sz="1634"/>
          </a:p>
        </p:txBody>
      </p:sp>
      <p:sp>
        <p:nvSpPr>
          <p:cNvPr id="15" name="Text 13"/>
          <p:cNvSpPr/>
          <p:nvPr/>
        </p:nvSpPr>
        <p:spPr>
          <a:xfrm>
            <a:off x="4327211" y="4648499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Importancia de la cobertura de código</a:t>
            </a:r>
            <a:endParaRPr lang="en-US" sz="2030"/>
          </a:p>
        </p:txBody>
      </p:sp>
      <p:sp>
        <p:nvSpPr>
          <p:cNvPr id="16" name="Text 14"/>
          <p:cNvSpPr/>
          <p:nvPr/>
        </p:nvSpPr>
        <p:spPr>
          <a:xfrm>
            <a:off x="4327211" y="3672457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257"/>
              </a:spcBef>
              <a:buNone/>
            </a:pPr>
            <a:r>
              <a:rPr lang="en-US" sz="1634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Se utilizan análisis estáticos y dinámicos para obtener un panorama completo.</a:t>
            </a:r>
            <a:endParaRPr lang="en-US" sz="1634"/>
          </a:p>
        </p:txBody>
      </p:sp>
      <p:sp>
        <p:nvSpPr>
          <p:cNvPr id="17" name="Text 15"/>
          <p:cNvSpPr/>
          <p:nvPr/>
        </p:nvSpPr>
        <p:spPr>
          <a:xfrm>
            <a:off x="4327211" y="3180099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Métodos para obtener cobertura</a:t>
            </a:r>
            <a:endParaRPr lang="en-US" sz="2030"/>
          </a:p>
        </p:txBody>
      </p:sp>
      <p:sp>
        <p:nvSpPr>
          <p:cNvPr id="18" name="Text 16"/>
          <p:cNvSpPr/>
          <p:nvPr/>
        </p:nvSpPr>
        <p:spPr>
          <a:xfrm>
            <a:off x="4327211" y="2200363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257"/>
              </a:spcBef>
              <a:buNone/>
            </a:pPr>
            <a:r>
              <a:rPr lang="en-US" sz="1634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 cobertura de código mide qué porcentaje del código es ejecutado durante las pruebas para identificar áreas no verificadas y potencialmente defectuosas.</a:t>
            </a:r>
            <a:endParaRPr lang="en-US" sz="1634"/>
          </a:p>
        </p:txBody>
      </p:sp>
      <p:sp>
        <p:nvSpPr>
          <p:cNvPr id="19" name="Text 17"/>
          <p:cNvSpPr/>
          <p:nvPr/>
        </p:nvSpPr>
        <p:spPr>
          <a:xfrm>
            <a:off x="4327211" y="17117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450"/>
              </a:spcBef>
              <a:buNone/>
            </a:pPr>
            <a:r>
              <a:rPr lang="en-US" sz="203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Qué mide la cobertura de código</a:t>
            </a:r>
            <a:endParaRPr lang="en-US" sz="2030"/>
          </a:p>
        </p:txBody>
      </p:sp>
      <p:sp>
        <p:nvSpPr>
          <p:cNvPr id="20" name="Text 18"/>
          <p:cNvSpPr/>
          <p:nvPr/>
        </p:nvSpPr>
        <p:spPr>
          <a:xfrm>
            <a:off x="3599056" y="4785659"/>
            <a:ext cx="274293" cy="274320"/>
          </a:xfrm>
          <a:custGeom>
            <a:avLst/>
            <a:gdLst/>
            <a:ahLst/>
            <a:cxnLst/>
            <a:rect l="l" t="t" r="r" b="b"/>
            <a:pathLst>
              <a:path w="274293" h="274320">
                <a:moveTo>
                  <a:pt x="137147" y="0"/>
                </a:moveTo>
                <a:cubicBezTo>
                  <a:pt x="165541" y="0"/>
                  <a:pt x="188577" y="23037"/>
                  <a:pt x="188577" y="51429"/>
                </a:cubicBezTo>
                <a:lnTo>
                  <a:pt x="188577" y="53358"/>
                </a:lnTo>
                <a:cubicBezTo>
                  <a:pt x="188577" y="61769"/>
                  <a:pt x="181774" y="68572"/>
                  <a:pt x="173361" y="68572"/>
                </a:cubicBezTo>
                <a:lnTo>
                  <a:pt x="100984" y="68572"/>
                </a:lnTo>
                <a:cubicBezTo>
                  <a:pt x="92574" y="68572"/>
                  <a:pt x="85769" y="61769"/>
                  <a:pt x="85769" y="53358"/>
                </a:cubicBezTo>
                <a:lnTo>
                  <a:pt x="85769" y="51429"/>
                </a:lnTo>
                <a:cubicBezTo>
                  <a:pt x="85769" y="23035"/>
                  <a:pt x="108804" y="0"/>
                  <a:pt x="137199" y="0"/>
                </a:cubicBezTo>
                <a:lnTo>
                  <a:pt x="137147" y="0"/>
                </a:lnTo>
                <a:moveTo>
                  <a:pt x="20893" y="55179"/>
                </a:moveTo>
                <a:cubicBezTo>
                  <a:pt x="25929" y="50143"/>
                  <a:pt x="34073" y="50143"/>
                  <a:pt x="39054" y="55179"/>
                </a:cubicBezTo>
                <a:lnTo>
                  <a:pt x="77842" y="93966"/>
                </a:lnTo>
                <a:cubicBezTo>
                  <a:pt x="86413" y="88770"/>
                  <a:pt x="96431" y="85714"/>
                  <a:pt x="107147" y="85714"/>
                </a:cubicBezTo>
                <a:lnTo>
                  <a:pt x="167149" y="85714"/>
                </a:lnTo>
                <a:cubicBezTo>
                  <a:pt x="177863" y="85714"/>
                  <a:pt x="187883" y="88767"/>
                  <a:pt x="196399" y="94018"/>
                </a:cubicBezTo>
                <a:lnTo>
                  <a:pt x="235187" y="55177"/>
                </a:lnTo>
                <a:cubicBezTo>
                  <a:pt x="240223" y="50140"/>
                  <a:pt x="248367" y="50140"/>
                  <a:pt x="253348" y="55177"/>
                </a:cubicBezTo>
                <a:cubicBezTo>
                  <a:pt x="258329" y="60213"/>
                  <a:pt x="258384" y="68355"/>
                  <a:pt x="253348" y="73337"/>
                </a:cubicBezTo>
                <a:lnTo>
                  <a:pt x="214560" y="112123"/>
                </a:lnTo>
                <a:cubicBezTo>
                  <a:pt x="219810" y="120695"/>
                  <a:pt x="222863" y="130714"/>
                  <a:pt x="222863" y="141428"/>
                </a:cubicBezTo>
                <a:lnTo>
                  <a:pt x="261437" y="141428"/>
                </a:lnTo>
                <a:cubicBezTo>
                  <a:pt x="268563" y="141428"/>
                  <a:pt x="274296" y="147162"/>
                  <a:pt x="274296" y="154286"/>
                </a:cubicBezTo>
                <a:cubicBezTo>
                  <a:pt x="274296" y="161410"/>
                  <a:pt x="268563" y="167143"/>
                  <a:pt x="261440" y="167143"/>
                </a:cubicBezTo>
                <a:lnTo>
                  <a:pt x="222869" y="167143"/>
                </a:lnTo>
                <a:lnTo>
                  <a:pt x="222869" y="171428"/>
                </a:lnTo>
                <a:cubicBezTo>
                  <a:pt x="222869" y="186000"/>
                  <a:pt x="219226" y="199713"/>
                  <a:pt x="212797" y="211770"/>
                </a:cubicBezTo>
                <a:lnTo>
                  <a:pt x="253406" y="252325"/>
                </a:lnTo>
                <a:cubicBezTo>
                  <a:pt x="258442" y="257362"/>
                  <a:pt x="258442" y="265503"/>
                  <a:pt x="253406" y="270485"/>
                </a:cubicBezTo>
                <a:cubicBezTo>
                  <a:pt x="248370" y="275467"/>
                  <a:pt x="240226" y="275522"/>
                  <a:pt x="235245" y="270485"/>
                </a:cubicBezTo>
                <a:lnTo>
                  <a:pt x="197261" y="232503"/>
                </a:lnTo>
                <a:cubicBezTo>
                  <a:pt x="181777" y="247771"/>
                  <a:pt x="160563" y="257145"/>
                  <a:pt x="137152" y="257145"/>
                </a:cubicBezTo>
                <a:cubicBezTo>
                  <a:pt x="113741" y="257145"/>
                  <a:pt x="92525" y="247769"/>
                  <a:pt x="77043" y="232555"/>
                </a:cubicBezTo>
                <a:lnTo>
                  <a:pt x="39114" y="270537"/>
                </a:lnTo>
                <a:cubicBezTo>
                  <a:pt x="34078" y="275574"/>
                  <a:pt x="25934" y="275574"/>
                  <a:pt x="20953" y="270537"/>
                </a:cubicBezTo>
                <a:cubicBezTo>
                  <a:pt x="15972" y="265501"/>
                  <a:pt x="15917" y="257359"/>
                  <a:pt x="20953" y="252377"/>
                </a:cubicBezTo>
                <a:lnTo>
                  <a:pt x="61562" y="211770"/>
                </a:lnTo>
                <a:cubicBezTo>
                  <a:pt x="55081" y="199716"/>
                  <a:pt x="51438" y="186000"/>
                  <a:pt x="51438" y="171428"/>
                </a:cubicBezTo>
                <a:lnTo>
                  <a:pt x="51438" y="167143"/>
                </a:lnTo>
                <a:lnTo>
                  <a:pt x="12867" y="167143"/>
                </a:lnTo>
                <a:cubicBezTo>
                  <a:pt x="5741" y="167143"/>
                  <a:pt x="11" y="161410"/>
                  <a:pt x="11" y="154286"/>
                </a:cubicBezTo>
                <a:cubicBezTo>
                  <a:pt x="11" y="147162"/>
                  <a:pt x="5744" y="141428"/>
                  <a:pt x="12870" y="141428"/>
                </a:cubicBezTo>
                <a:lnTo>
                  <a:pt x="51444" y="141428"/>
                </a:lnTo>
                <a:cubicBezTo>
                  <a:pt x="51444" y="130713"/>
                  <a:pt x="54496" y="120695"/>
                  <a:pt x="59746" y="112178"/>
                </a:cubicBezTo>
                <a:lnTo>
                  <a:pt x="20907" y="73392"/>
                </a:lnTo>
                <a:cubicBezTo>
                  <a:pt x="15870" y="68355"/>
                  <a:pt x="15870" y="60213"/>
                  <a:pt x="20907" y="55232"/>
                </a:cubicBezTo>
                <a:lnTo>
                  <a:pt x="20893" y="55179"/>
                </a:lnTo>
                <a:moveTo>
                  <a:pt x="77145" y="141431"/>
                </a:moveTo>
                <a:lnTo>
                  <a:pt x="77145" y="171431"/>
                </a:lnTo>
                <a:cubicBezTo>
                  <a:pt x="77145" y="200147"/>
                  <a:pt x="97341" y="224147"/>
                  <a:pt x="124290" y="230039"/>
                </a:cubicBezTo>
                <a:lnTo>
                  <a:pt x="124290" y="150001"/>
                </a:lnTo>
                <a:cubicBezTo>
                  <a:pt x="124290" y="142877"/>
                  <a:pt x="130023" y="137144"/>
                  <a:pt x="137149" y="137144"/>
                </a:cubicBezTo>
                <a:cubicBezTo>
                  <a:pt x="144275" y="137144"/>
                  <a:pt x="150008" y="142877"/>
                  <a:pt x="150008" y="150001"/>
                </a:cubicBezTo>
                <a:lnTo>
                  <a:pt x="150008" y="230039"/>
                </a:lnTo>
                <a:cubicBezTo>
                  <a:pt x="176955" y="224147"/>
                  <a:pt x="197154" y="200147"/>
                  <a:pt x="197154" y="171431"/>
                </a:cubicBezTo>
                <a:lnTo>
                  <a:pt x="197154" y="141431"/>
                </a:lnTo>
                <a:cubicBezTo>
                  <a:pt x="197154" y="124876"/>
                  <a:pt x="183708" y="111432"/>
                  <a:pt x="167154" y="111432"/>
                </a:cubicBezTo>
                <a:lnTo>
                  <a:pt x="107153" y="111432"/>
                </a:lnTo>
                <a:cubicBezTo>
                  <a:pt x="90599" y="111432"/>
                  <a:pt x="77153" y="124879"/>
                  <a:pt x="77153" y="141431"/>
                </a:cubicBezTo>
                <a:lnTo>
                  <a:pt x="77145" y="14143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89808" y="3317296"/>
            <a:ext cx="274320" cy="274246"/>
          </a:xfrm>
          <a:custGeom>
            <a:avLst/>
            <a:gdLst/>
            <a:ahLst/>
            <a:cxnLst/>
            <a:rect l="l" t="t" r="r" b="b"/>
            <a:pathLst>
              <a:path w="274320" h="274246">
                <a:moveTo>
                  <a:pt x="197148" y="111432"/>
                </a:moveTo>
                <a:cubicBezTo>
                  <a:pt x="197148" y="64091"/>
                  <a:pt x="158771" y="25716"/>
                  <a:pt x="111431" y="25716"/>
                </a:cubicBezTo>
                <a:cubicBezTo>
                  <a:pt x="64092" y="25716"/>
                  <a:pt x="25715" y="64091"/>
                  <a:pt x="25715" y="111432"/>
                </a:cubicBezTo>
                <a:cubicBezTo>
                  <a:pt x="25715" y="158772"/>
                  <a:pt x="64092" y="197147"/>
                  <a:pt x="111431" y="197147"/>
                </a:cubicBezTo>
                <a:cubicBezTo>
                  <a:pt x="158771" y="197147"/>
                  <a:pt x="197148" y="158772"/>
                  <a:pt x="197148" y="111432"/>
                </a:cubicBezTo>
                <a:lnTo>
                  <a:pt x="197148" y="111432"/>
                </a:lnTo>
                <a:moveTo>
                  <a:pt x="180593" y="198809"/>
                </a:moveTo>
                <a:cubicBezTo>
                  <a:pt x="161629" y="213863"/>
                  <a:pt x="137574" y="222864"/>
                  <a:pt x="111431" y="222864"/>
                </a:cubicBezTo>
                <a:cubicBezTo>
                  <a:pt x="49877" y="222864"/>
                  <a:pt x="0" y="172986"/>
                  <a:pt x="0" y="111432"/>
                </a:cubicBezTo>
                <a:cubicBezTo>
                  <a:pt x="0" y="49877"/>
                  <a:pt x="49877" y="0"/>
                  <a:pt x="111431" y="0"/>
                </a:cubicBezTo>
                <a:cubicBezTo>
                  <a:pt x="172986" y="0"/>
                  <a:pt x="222863" y="49877"/>
                  <a:pt x="222863" y="111432"/>
                </a:cubicBezTo>
                <a:cubicBezTo>
                  <a:pt x="222863" y="137576"/>
                  <a:pt x="213863" y="161630"/>
                  <a:pt x="198808" y="180594"/>
                </a:cubicBezTo>
                <a:lnTo>
                  <a:pt x="270543" y="252329"/>
                </a:lnTo>
                <a:cubicBezTo>
                  <a:pt x="275579" y="257364"/>
                  <a:pt x="275579" y="265509"/>
                  <a:pt x="270543" y="270489"/>
                </a:cubicBezTo>
                <a:cubicBezTo>
                  <a:pt x="265506" y="275472"/>
                  <a:pt x="257364" y="275524"/>
                  <a:pt x="252383" y="270489"/>
                </a:cubicBezTo>
                <a:lnTo>
                  <a:pt x="180593" y="19880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33333" y="1848860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34291" y="248603"/>
                </a:moveTo>
                <a:cubicBezTo>
                  <a:pt x="29575" y="248603"/>
                  <a:pt x="25718" y="244746"/>
                  <a:pt x="25718" y="240030"/>
                </a:cubicBezTo>
                <a:lnTo>
                  <a:pt x="25718" y="34290"/>
                </a:lnTo>
                <a:cubicBezTo>
                  <a:pt x="25718" y="29574"/>
                  <a:pt x="29575" y="25718"/>
                  <a:pt x="34291" y="25718"/>
                </a:cubicBezTo>
                <a:lnTo>
                  <a:pt x="120016" y="25718"/>
                </a:lnTo>
                <a:lnTo>
                  <a:pt x="120016" y="68580"/>
                </a:lnTo>
                <a:cubicBezTo>
                  <a:pt x="120016" y="78063"/>
                  <a:pt x="127678" y="85725"/>
                  <a:pt x="137161" y="85725"/>
                </a:cubicBezTo>
                <a:lnTo>
                  <a:pt x="180023" y="85725"/>
                </a:lnTo>
                <a:lnTo>
                  <a:pt x="180023" y="240030"/>
                </a:lnTo>
                <a:cubicBezTo>
                  <a:pt x="180023" y="244746"/>
                  <a:pt x="176165" y="248603"/>
                  <a:pt x="171449" y="248603"/>
                </a:cubicBezTo>
                <a:lnTo>
                  <a:pt x="34291" y="248603"/>
                </a:lnTo>
                <a:moveTo>
                  <a:pt x="34291" y="0"/>
                </a:moveTo>
                <a:cubicBezTo>
                  <a:pt x="15377" y="0"/>
                  <a:pt x="0" y="15376"/>
                  <a:pt x="0" y="34290"/>
                </a:cubicBezTo>
                <a:lnTo>
                  <a:pt x="0" y="240030"/>
                </a:lnTo>
                <a:cubicBezTo>
                  <a:pt x="0" y="258944"/>
                  <a:pt x="15377" y="274320"/>
                  <a:pt x="34291" y="274320"/>
                </a:cubicBezTo>
                <a:lnTo>
                  <a:pt x="171451" y="274320"/>
                </a:lnTo>
                <a:cubicBezTo>
                  <a:pt x="190365" y="274320"/>
                  <a:pt x="205742" y="258944"/>
                  <a:pt x="205742" y="240030"/>
                </a:cubicBezTo>
                <a:lnTo>
                  <a:pt x="205742" y="82779"/>
                </a:lnTo>
                <a:cubicBezTo>
                  <a:pt x="205742" y="73671"/>
                  <a:pt x="202152" y="64937"/>
                  <a:pt x="195722" y="58507"/>
                </a:cubicBezTo>
                <a:lnTo>
                  <a:pt x="147180" y="10018"/>
                </a:lnTo>
                <a:cubicBezTo>
                  <a:pt x="140751" y="3588"/>
                  <a:pt x="132071" y="0"/>
                  <a:pt x="122963" y="0"/>
                </a:cubicBezTo>
                <a:lnTo>
                  <a:pt x="34291" y="0"/>
                </a:lnTo>
                <a:moveTo>
                  <a:pt x="86261" y="154840"/>
                </a:moveTo>
                <a:cubicBezTo>
                  <a:pt x="91297" y="149803"/>
                  <a:pt x="91297" y="141659"/>
                  <a:pt x="86261" y="136677"/>
                </a:cubicBezTo>
                <a:cubicBezTo>
                  <a:pt x="81224" y="131696"/>
                  <a:pt x="73081" y="131641"/>
                  <a:pt x="68098" y="136677"/>
                </a:cubicBezTo>
                <a:lnTo>
                  <a:pt x="42327" y="162340"/>
                </a:lnTo>
                <a:cubicBezTo>
                  <a:pt x="37290" y="167376"/>
                  <a:pt x="37290" y="175521"/>
                  <a:pt x="42327" y="180503"/>
                </a:cubicBezTo>
                <a:lnTo>
                  <a:pt x="68044" y="206220"/>
                </a:lnTo>
                <a:cubicBezTo>
                  <a:pt x="73081" y="211257"/>
                  <a:pt x="81224" y="211257"/>
                  <a:pt x="86207" y="206220"/>
                </a:cubicBezTo>
                <a:cubicBezTo>
                  <a:pt x="91190" y="201184"/>
                  <a:pt x="91244" y="193039"/>
                  <a:pt x="86207" y="188057"/>
                </a:cubicBezTo>
                <a:lnTo>
                  <a:pt x="69598" y="171447"/>
                </a:lnTo>
                <a:lnTo>
                  <a:pt x="86207" y="154837"/>
                </a:lnTo>
                <a:lnTo>
                  <a:pt x="86261" y="154840"/>
                </a:lnTo>
                <a:moveTo>
                  <a:pt x="137696" y="136625"/>
                </a:moveTo>
                <a:cubicBezTo>
                  <a:pt x="132659" y="131589"/>
                  <a:pt x="124516" y="131589"/>
                  <a:pt x="119533" y="136625"/>
                </a:cubicBezTo>
                <a:cubicBezTo>
                  <a:pt x="114550" y="141662"/>
                  <a:pt x="114496" y="149806"/>
                  <a:pt x="119533" y="154788"/>
                </a:cubicBezTo>
                <a:lnTo>
                  <a:pt x="136142" y="171398"/>
                </a:lnTo>
                <a:lnTo>
                  <a:pt x="119533" y="188008"/>
                </a:lnTo>
                <a:cubicBezTo>
                  <a:pt x="114496" y="193045"/>
                  <a:pt x="114496" y="201189"/>
                  <a:pt x="119533" y="206171"/>
                </a:cubicBezTo>
                <a:cubicBezTo>
                  <a:pt x="124569" y="211152"/>
                  <a:pt x="132713" y="211207"/>
                  <a:pt x="137696" y="206171"/>
                </a:cubicBezTo>
                <a:lnTo>
                  <a:pt x="163413" y="180453"/>
                </a:lnTo>
                <a:cubicBezTo>
                  <a:pt x="168450" y="175417"/>
                  <a:pt x="168450" y="167272"/>
                  <a:pt x="163413" y="162290"/>
                </a:cubicBezTo>
                <a:lnTo>
                  <a:pt x="137696" y="136573"/>
                </a:lnTo>
                <a:lnTo>
                  <a:pt x="137696" y="13662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6074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28759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43388" y="1538836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914400"/>
                </a:moveTo>
                <a:cubicBezTo>
                  <a:pt x="0" y="409395"/>
                  <a:pt x="409395" y="0"/>
                  <a:pt x="914400" y="0"/>
                </a:cubicBezTo>
                <a:cubicBezTo>
                  <a:pt x="1419405" y="0"/>
                  <a:pt x="1828800" y="409395"/>
                  <a:pt x="1828800" y="914400"/>
                </a:cubicBezTo>
                <a:cubicBezTo>
                  <a:pt x="1828800" y="1419405"/>
                  <a:pt x="1419405" y="1828800"/>
                  <a:pt x="914400" y="1828800"/>
                </a:cubicBezTo>
                <a:cubicBezTo>
                  <a:pt x="409395" y="1828800"/>
                  <a:pt x="0" y="1419405"/>
                  <a:pt x="0" y="91440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/>
              </a:rPr>
              <a:t>19</a:t>
            </a:r>
            <a:endParaRPr lang="en-US" sz="800" dirty="0">
              <a:latin typeface="Figtree Regular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34399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16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Su aplicación aumenta la robustez del sistema frente a condiciones límite.</a:t>
            </a:r>
            <a:endParaRPr lang="en-US" sz="1516"/>
          </a:p>
        </p:txBody>
      </p:sp>
      <p:sp>
        <p:nvSpPr>
          <p:cNvPr id="10" name="Text 8"/>
          <p:cNvSpPr/>
          <p:nvPr/>
        </p:nvSpPr>
        <p:spPr>
          <a:xfrm>
            <a:off x="8534399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79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Beneficios de las pruebas de valores límite</a:t>
            </a:r>
            <a:endParaRPr lang="en-US" sz="1797"/>
          </a:p>
        </p:txBody>
      </p:sp>
      <p:sp>
        <p:nvSpPr>
          <p:cNvPr id="11" name="Text 9"/>
          <p:cNvSpPr/>
          <p:nvPr/>
        </p:nvSpPr>
        <p:spPr>
          <a:xfrm>
            <a:off x="9525980" y="1904596"/>
            <a:ext cx="1034359" cy="1097280"/>
          </a:xfrm>
          <a:custGeom>
            <a:avLst/>
            <a:gdLst/>
            <a:ahLst/>
            <a:cxnLst/>
            <a:rect l="l" t="t" r="r" b="b"/>
            <a:pathLst>
              <a:path w="1034359" h="1097280">
                <a:moveTo>
                  <a:pt x="517179" y="106447"/>
                </a:moveTo>
                <a:lnTo>
                  <a:pt x="122830" y="273673"/>
                </a:lnTo>
                <a:cubicBezTo>
                  <a:pt x="110118" y="279060"/>
                  <a:pt x="103219" y="290483"/>
                  <a:pt x="103436" y="301258"/>
                </a:cubicBezTo>
                <a:cubicBezTo>
                  <a:pt x="104512" y="498220"/>
                  <a:pt x="186185" y="838476"/>
                  <a:pt x="505108" y="991041"/>
                </a:cubicBezTo>
                <a:cubicBezTo>
                  <a:pt x="512866" y="994706"/>
                  <a:pt x="521917" y="994706"/>
                  <a:pt x="529457" y="991041"/>
                </a:cubicBezTo>
                <a:cubicBezTo>
                  <a:pt x="848381" y="838256"/>
                  <a:pt x="930054" y="498209"/>
                  <a:pt x="930912" y="301039"/>
                </a:cubicBezTo>
                <a:cubicBezTo>
                  <a:pt x="930912" y="290264"/>
                  <a:pt x="924230" y="279060"/>
                  <a:pt x="911518" y="273453"/>
                </a:cubicBezTo>
                <a:lnTo>
                  <a:pt x="517179" y="106447"/>
                </a:lnTo>
                <a:moveTo>
                  <a:pt x="546059" y="6254"/>
                </a:moveTo>
                <a:lnTo>
                  <a:pt x="951827" y="178429"/>
                </a:lnTo>
                <a:cubicBezTo>
                  <a:pt x="999232" y="198465"/>
                  <a:pt x="1034576" y="245231"/>
                  <a:pt x="1034359" y="301686"/>
                </a:cubicBezTo>
                <a:cubicBezTo>
                  <a:pt x="1033283" y="515458"/>
                  <a:pt x="945362" y="906573"/>
                  <a:pt x="574069" y="1084354"/>
                </a:cubicBezTo>
                <a:cubicBezTo>
                  <a:pt x="538084" y="1101592"/>
                  <a:pt x="496275" y="1101592"/>
                  <a:pt x="460290" y="1084354"/>
                </a:cubicBezTo>
                <a:cubicBezTo>
                  <a:pt x="88996" y="906573"/>
                  <a:pt x="1076" y="515458"/>
                  <a:pt x="0" y="301686"/>
                </a:cubicBezTo>
                <a:cubicBezTo>
                  <a:pt x="-217" y="245231"/>
                  <a:pt x="35127" y="198465"/>
                  <a:pt x="82532" y="178429"/>
                </a:cubicBezTo>
                <a:lnTo>
                  <a:pt x="488517" y="6254"/>
                </a:lnTo>
                <a:cubicBezTo>
                  <a:pt x="497351" y="2162"/>
                  <a:pt x="507260" y="0"/>
                  <a:pt x="517179" y="0"/>
                </a:cubicBezTo>
                <a:cubicBezTo>
                  <a:pt x="527089" y="0"/>
                  <a:pt x="537008" y="2151"/>
                  <a:pt x="546059" y="6254"/>
                </a:cubicBezTo>
                <a:lnTo>
                  <a:pt x="546059" y="625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41714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16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Probar datos justo en los bordes (por ejemplo, edades 17, 18 y 66 cuando el rango es de 18 a 65) ayuda a detectar fallos que podrían pasar desapercibidos con pruebas convencionales.</a:t>
            </a:r>
            <a:endParaRPr lang="en-US" sz="1516"/>
          </a:p>
        </p:txBody>
      </p:sp>
      <p:sp>
        <p:nvSpPr>
          <p:cNvPr id="13" name="Text 11"/>
          <p:cNvSpPr/>
          <p:nvPr/>
        </p:nvSpPr>
        <p:spPr>
          <a:xfrm>
            <a:off x="4741714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79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Importancia de probar datos en los bordes</a:t>
            </a:r>
            <a:endParaRPr lang="en-US" sz="1797"/>
          </a:p>
        </p:txBody>
      </p:sp>
      <p:sp>
        <p:nvSpPr>
          <p:cNvPr id="14" name="Text 12"/>
          <p:cNvSpPr/>
          <p:nvPr/>
        </p:nvSpPr>
        <p:spPr>
          <a:xfrm>
            <a:off x="5701834" y="1904743"/>
            <a:ext cx="1097280" cy="1096985"/>
          </a:xfrm>
          <a:custGeom>
            <a:avLst/>
            <a:gdLst/>
            <a:ahLst/>
            <a:cxnLst/>
            <a:rect l="l" t="t" r="r" b="b"/>
            <a:pathLst>
              <a:path w="1097280" h="1096985">
                <a:moveTo>
                  <a:pt x="788593" y="445727"/>
                </a:moveTo>
                <a:cubicBezTo>
                  <a:pt x="788593" y="256365"/>
                  <a:pt x="635084" y="102864"/>
                  <a:pt x="445726" y="102864"/>
                </a:cubicBezTo>
                <a:cubicBezTo>
                  <a:pt x="256369" y="102864"/>
                  <a:pt x="102859" y="256366"/>
                  <a:pt x="102859" y="445727"/>
                </a:cubicBezTo>
                <a:cubicBezTo>
                  <a:pt x="102859" y="635089"/>
                  <a:pt x="256369" y="788590"/>
                  <a:pt x="445726" y="788590"/>
                </a:cubicBezTo>
                <a:cubicBezTo>
                  <a:pt x="635084" y="788590"/>
                  <a:pt x="788593" y="635089"/>
                  <a:pt x="788593" y="445727"/>
                </a:cubicBezTo>
                <a:moveTo>
                  <a:pt x="722372" y="795238"/>
                </a:moveTo>
                <a:cubicBezTo>
                  <a:pt x="646517" y="855451"/>
                  <a:pt x="550297" y="891454"/>
                  <a:pt x="445726" y="891454"/>
                </a:cubicBezTo>
                <a:cubicBezTo>
                  <a:pt x="199508" y="891454"/>
                  <a:pt x="0" y="691946"/>
                  <a:pt x="0" y="445727"/>
                </a:cubicBezTo>
                <a:cubicBezTo>
                  <a:pt x="0" y="199509"/>
                  <a:pt x="199508" y="0"/>
                  <a:pt x="445726" y="0"/>
                </a:cubicBezTo>
                <a:cubicBezTo>
                  <a:pt x="691945" y="0"/>
                  <a:pt x="891452" y="199509"/>
                  <a:pt x="891452" y="445727"/>
                </a:cubicBezTo>
                <a:cubicBezTo>
                  <a:pt x="891452" y="550303"/>
                  <a:pt x="855451" y="646519"/>
                  <a:pt x="795232" y="722376"/>
                </a:cubicBezTo>
                <a:lnTo>
                  <a:pt x="1082170" y="1009314"/>
                </a:lnTo>
                <a:cubicBezTo>
                  <a:pt x="1102317" y="1029455"/>
                  <a:pt x="1102317" y="1062036"/>
                  <a:pt x="1082170" y="1081957"/>
                </a:cubicBezTo>
                <a:cubicBezTo>
                  <a:pt x="1062024" y="1101889"/>
                  <a:pt x="1029457" y="1102097"/>
                  <a:pt x="1009531" y="1081957"/>
                </a:cubicBezTo>
                <a:lnTo>
                  <a:pt x="722372" y="79523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9028" y="4199241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16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Las pruebas de valores límite se enfocan en evaluar el comportamiento del software en los extremos de los rangos de entrada, donde es más probable encontrar errores.</a:t>
            </a:r>
            <a:endParaRPr lang="en-US" sz="1516"/>
          </a:p>
        </p:txBody>
      </p:sp>
      <p:sp>
        <p:nvSpPr>
          <p:cNvPr id="16" name="Text 14"/>
          <p:cNvSpPr/>
          <p:nvPr/>
        </p:nvSpPr>
        <p:spPr>
          <a:xfrm>
            <a:off x="949028" y="357897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797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Enfoque de las pruebas de valores límite</a:t>
            </a:r>
            <a:endParaRPr lang="en-US" sz="1797"/>
          </a:p>
        </p:txBody>
      </p:sp>
      <p:sp>
        <p:nvSpPr>
          <p:cNvPr id="17" name="Text 15"/>
          <p:cNvSpPr/>
          <p:nvPr/>
        </p:nvSpPr>
        <p:spPr>
          <a:xfrm>
            <a:off x="1909148" y="1904596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80" h="1097280">
                <a:moveTo>
                  <a:pt x="548640" y="102870"/>
                </a:moveTo>
                <a:cubicBezTo>
                  <a:pt x="794837" y="102870"/>
                  <a:pt x="994410" y="302443"/>
                  <a:pt x="994410" y="548640"/>
                </a:cubicBezTo>
                <a:cubicBezTo>
                  <a:pt x="994410" y="794837"/>
                  <a:pt x="794837" y="994410"/>
                  <a:pt x="548640" y="994410"/>
                </a:cubicBezTo>
                <a:cubicBezTo>
                  <a:pt x="302443" y="994410"/>
                  <a:pt x="102870" y="794837"/>
                  <a:pt x="102870" y="548640"/>
                </a:cubicBezTo>
                <a:cubicBezTo>
                  <a:pt x="102870" y="302443"/>
                  <a:pt x="302443" y="102870"/>
                  <a:pt x="548640" y="102870"/>
                </a:cubicBezTo>
                <a:lnTo>
                  <a:pt x="548640" y="102870"/>
                </a:lnTo>
                <a:moveTo>
                  <a:pt x="548640" y="1097280"/>
                </a:moveTo>
                <a:cubicBezTo>
                  <a:pt x="851643" y="1097280"/>
                  <a:pt x="1097280" y="851643"/>
                  <a:pt x="1097280" y="548640"/>
                </a:cubicBezTo>
                <a:cubicBezTo>
                  <a:pt x="1097280" y="245637"/>
                  <a:pt x="851643" y="0"/>
                  <a:pt x="548640" y="0"/>
                </a:cubicBezTo>
                <a:cubicBezTo>
                  <a:pt x="245637" y="0"/>
                  <a:pt x="0" y="245637"/>
                  <a:pt x="0" y="548640"/>
                </a:cubicBezTo>
                <a:cubicBezTo>
                  <a:pt x="0" y="851643"/>
                  <a:pt x="245637" y="1097280"/>
                  <a:pt x="548640" y="1097280"/>
                </a:cubicBezTo>
                <a:moveTo>
                  <a:pt x="668661" y="754380"/>
                </a:moveTo>
                <a:cubicBezTo>
                  <a:pt x="668661" y="706593"/>
                  <a:pt x="640581" y="665226"/>
                  <a:pt x="600081" y="645936"/>
                </a:cubicBezTo>
                <a:lnTo>
                  <a:pt x="600081" y="257169"/>
                </a:lnTo>
                <a:cubicBezTo>
                  <a:pt x="600081" y="228662"/>
                  <a:pt x="577147" y="205740"/>
                  <a:pt x="548651" y="205740"/>
                </a:cubicBezTo>
                <a:cubicBezTo>
                  <a:pt x="520144" y="205740"/>
                  <a:pt x="497222" y="228673"/>
                  <a:pt x="497222" y="257181"/>
                </a:cubicBezTo>
                <a:lnTo>
                  <a:pt x="497222" y="645947"/>
                </a:lnTo>
                <a:cubicBezTo>
                  <a:pt x="456721" y="665237"/>
                  <a:pt x="428642" y="706593"/>
                  <a:pt x="428642" y="754391"/>
                </a:cubicBezTo>
                <a:cubicBezTo>
                  <a:pt x="428642" y="820612"/>
                  <a:pt x="482430" y="874412"/>
                  <a:pt x="548662" y="874412"/>
                </a:cubicBezTo>
                <a:cubicBezTo>
                  <a:pt x="614883" y="874412"/>
                  <a:pt x="668683" y="820623"/>
                  <a:pt x="668683" y="754402"/>
                </a:cubicBezTo>
                <a:lnTo>
                  <a:pt x="668661" y="754380"/>
                </a:lnTo>
                <a:moveTo>
                  <a:pt x="342900" y="411480"/>
                </a:moveTo>
                <a:cubicBezTo>
                  <a:pt x="380778" y="411480"/>
                  <a:pt x="411480" y="380778"/>
                  <a:pt x="411480" y="342900"/>
                </a:cubicBezTo>
                <a:cubicBezTo>
                  <a:pt x="411480" y="305022"/>
                  <a:pt x="380778" y="274320"/>
                  <a:pt x="342900" y="274320"/>
                </a:cubicBezTo>
                <a:cubicBezTo>
                  <a:pt x="305022" y="274320"/>
                  <a:pt x="274320" y="305022"/>
                  <a:pt x="274320" y="342900"/>
                </a:cubicBezTo>
                <a:cubicBezTo>
                  <a:pt x="274320" y="380778"/>
                  <a:pt x="305022" y="411480"/>
                  <a:pt x="342900" y="411480"/>
                </a:cubicBezTo>
                <a:moveTo>
                  <a:pt x="308610" y="548640"/>
                </a:moveTo>
                <a:cubicBezTo>
                  <a:pt x="308610" y="510762"/>
                  <a:pt x="277908" y="480060"/>
                  <a:pt x="240030" y="480060"/>
                </a:cubicBezTo>
                <a:cubicBezTo>
                  <a:pt x="202152" y="480060"/>
                  <a:pt x="171450" y="510762"/>
                  <a:pt x="171450" y="548640"/>
                </a:cubicBezTo>
                <a:cubicBezTo>
                  <a:pt x="171450" y="586518"/>
                  <a:pt x="202152" y="617220"/>
                  <a:pt x="240030" y="617220"/>
                </a:cubicBezTo>
                <a:cubicBezTo>
                  <a:pt x="277908" y="617220"/>
                  <a:pt x="308610" y="586518"/>
                  <a:pt x="308610" y="548640"/>
                </a:cubicBezTo>
                <a:lnTo>
                  <a:pt x="308610" y="548640"/>
                </a:lnTo>
                <a:moveTo>
                  <a:pt x="857250" y="617220"/>
                </a:moveTo>
                <a:cubicBezTo>
                  <a:pt x="895128" y="617220"/>
                  <a:pt x="925830" y="586518"/>
                  <a:pt x="925830" y="548640"/>
                </a:cubicBezTo>
                <a:cubicBezTo>
                  <a:pt x="925830" y="510762"/>
                  <a:pt x="895128" y="480060"/>
                  <a:pt x="857250" y="480060"/>
                </a:cubicBezTo>
                <a:cubicBezTo>
                  <a:pt x="819372" y="480060"/>
                  <a:pt x="788670" y="510762"/>
                  <a:pt x="788670" y="548640"/>
                </a:cubicBezTo>
                <a:cubicBezTo>
                  <a:pt x="788670" y="586518"/>
                  <a:pt x="819372" y="617220"/>
                  <a:pt x="857250" y="617220"/>
                </a:cubicBezTo>
                <a:moveTo>
                  <a:pt x="822960" y="342900"/>
                </a:moveTo>
                <a:cubicBezTo>
                  <a:pt x="822960" y="305022"/>
                  <a:pt x="792258" y="274320"/>
                  <a:pt x="754380" y="274320"/>
                </a:cubicBezTo>
                <a:cubicBezTo>
                  <a:pt x="716502" y="274320"/>
                  <a:pt x="685800" y="305022"/>
                  <a:pt x="685800" y="342900"/>
                </a:cubicBezTo>
                <a:cubicBezTo>
                  <a:pt x="685800" y="380778"/>
                  <a:pt x="716502" y="411480"/>
                  <a:pt x="754380" y="411480"/>
                </a:cubicBezTo>
                <a:cubicBezTo>
                  <a:pt x="792258" y="411480"/>
                  <a:pt x="822960" y="380778"/>
                  <a:pt x="822960" y="3429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-76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-7640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49028" y="1164617"/>
            <a:ext cx="10572412" cy="10672"/>
          </a:xfrm>
          <a:custGeom>
            <a:avLst/>
            <a:gdLst/>
            <a:ahLst/>
            <a:cxnLst/>
            <a:rect l="l" t="t" r="r" b="b"/>
            <a:pathLst>
              <a:path w="10572412" h="10672">
                <a:moveTo>
                  <a:pt x="0" y="0"/>
                </a:moveTo>
                <a:lnTo>
                  <a:pt x="10572412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9995" y="1"/>
            <a:ext cx="10605525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Pruebas de código - Valores límite</a:t>
            </a:r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Pruebas de código - Clases de equivalencia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/>
              </a:rPr>
              <a:t>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8654" y="2390407"/>
            <a:ext cx="3936979" cy="2539669"/>
          </a:xfrm>
          <a:custGeom>
            <a:avLst/>
            <a:gdLst/>
            <a:ahLst/>
            <a:cxnLst/>
            <a:rect l="l" t="t" r="r" b="b"/>
            <a:pathLst>
              <a:path w="3936979" h="2539669">
                <a:moveTo>
                  <a:pt x="0" y="0"/>
                </a:moveTo>
                <a:lnTo>
                  <a:pt x="3301984" y="0"/>
                </a:lnTo>
                <a:lnTo>
                  <a:pt x="3936979" y="1269835"/>
                </a:lnTo>
                <a:lnTo>
                  <a:pt x="3301984" y="2539669"/>
                </a:lnTo>
                <a:lnTo>
                  <a:pt x="0" y="2539669"/>
                </a:lnTo>
                <a:lnTo>
                  <a:pt x="634995" y="1269835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69061" y="2390407"/>
            <a:ext cx="3936979" cy="2539669"/>
          </a:xfrm>
          <a:custGeom>
            <a:avLst/>
            <a:gdLst/>
            <a:ahLst/>
            <a:cxnLst/>
            <a:rect l="l" t="t" r="r" b="b"/>
            <a:pathLst>
              <a:path w="3936979" h="2539669">
                <a:moveTo>
                  <a:pt x="0" y="0"/>
                </a:moveTo>
                <a:lnTo>
                  <a:pt x="3301984" y="0"/>
                </a:lnTo>
                <a:lnTo>
                  <a:pt x="3936979" y="1269835"/>
                </a:lnTo>
                <a:lnTo>
                  <a:pt x="3301984" y="2539669"/>
                </a:lnTo>
                <a:lnTo>
                  <a:pt x="0" y="2539669"/>
                </a:lnTo>
                <a:lnTo>
                  <a:pt x="634995" y="1269835"/>
                </a:lnTo>
                <a:lnTo>
                  <a:pt x="0" y="0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71044" y="2390407"/>
            <a:ext cx="3936979" cy="2539669"/>
          </a:xfrm>
          <a:custGeom>
            <a:avLst/>
            <a:gdLst/>
            <a:ahLst/>
            <a:cxnLst/>
            <a:rect l="l" t="t" r="r" b="b"/>
            <a:pathLst>
              <a:path w="3936979" h="2539669">
                <a:moveTo>
                  <a:pt x="0" y="0"/>
                </a:moveTo>
                <a:lnTo>
                  <a:pt x="3301984" y="0"/>
                </a:lnTo>
                <a:lnTo>
                  <a:pt x="3936979" y="1269835"/>
                </a:lnTo>
                <a:lnTo>
                  <a:pt x="3301984" y="2539669"/>
                </a:lnTo>
                <a:lnTo>
                  <a:pt x="0" y="2539669"/>
                </a:lnTo>
                <a:lnTo>
                  <a:pt x="634995" y="1269835"/>
                </a:lnTo>
                <a:lnTo>
                  <a:pt x="0" y="0"/>
                </a:lnTo>
              </a:path>
            </a:pathLst>
          </a:custGeom>
          <a:solidFill>
            <a:srgbClr val="08387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7078" y="3157321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40" h="1005840">
                <a:moveTo>
                  <a:pt x="1005840" y="502920"/>
                </a:moveTo>
                <a:cubicBezTo>
                  <a:pt x="1005840" y="780673"/>
                  <a:pt x="780673" y="1005840"/>
                  <a:pt x="502920" y="1005840"/>
                </a:cubicBezTo>
                <a:cubicBezTo>
                  <a:pt x="225167" y="1005840"/>
                  <a:pt x="0" y="780673"/>
                  <a:pt x="0" y="502920"/>
                </a:cubicBezTo>
                <a:cubicBezTo>
                  <a:pt x="0" y="225167"/>
                  <a:pt x="225167" y="0"/>
                  <a:pt x="502920" y="0"/>
                </a:cubicBezTo>
                <a:cubicBezTo>
                  <a:pt x="780673" y="0"/>
                  <a:pt x="1005840" y="225167"/>
                  <a:pt x="1005840" y="502920"/>
                </a:cubicBezTo>
              </a:path>
            </a:pathLst>
          </a:custGeom>
          <a:solidFill>
            <a:srgbClr val="FFFFFF"/>
          </a:solidFill>
          <a:ln w="57150">
            <a:solidFill>
              <a:srgbClr val="1570EF"/>
            </a:solidFill>
          </a:ln>
          <a:effectLst>
            <a:outerShdw blurRad="2000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69061" y="3157321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40" h="1005840">
                <a:moveTo>
                  <a:pt x="1005840" y="502920"/>
                </a:moveTo>
                <a:cubicBezTo>
                  <a:pt x="1005840" y="780673"/>
                  <a:pt x="780673" y="1005840"/>
                  <a:pt x="502920" y="1005840"/>
                </a:cubicBezTo>
                <a:cubicBezTo>
                  <a:pt x="225167" y="1005840"/>
                  <a:pt x="0" y="780673"/>
                  <a:pt x="0" y="502920"/>
                </a:cubicBezTo>
                <a:cubicBezTo>
                  <a:pt x="0" y="225167"/>
                  <a:pt x="225167" y="0"/>
                  <a:pt x="502920" y="0"/>
                </a:cubicBezTo>
                <a:cubicBezTo>
                  <a:pt x="780673" y="0"/>
                  <a:pt x="1005840" y="225167"/>
                  <a:pt x="1005840" y="502920"/>
                </a:cubicBezTo>
              </a:path>
            </a:pathLst>
          </a:custGeom>
          <a:solidFill>
            <a:srgbClr val="FFFFFF"/>
          </a:solidFill>
          <a:ln w="57150">
            <a:solidFill>
              <a:srgbClr val="0C53B7"/>
            </a:solidFill>
          </a:ln>
          <a:effectLst>
            <a:outerShdw blurRad="2000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71044" y="3157321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40" h="1005840">
                <a:moveTo>
                  <a:pt x="1005840" y="502920"/>
                </a:moveTo>
                <a:cubicBezTo>
                  <a:pt x="1005840" y="780673"/>
                  <a:pt x="780673" y="1005840"/>
                  <a:pt x="502920" y="1005840"/>
                </a:cubicBezTo>
                <a:cubicBezTo>
                  <a:pt x="225167" y="1005840"/>
                  <a:pt x="0" y="780673"/>
                  <a:pt x="0" y="502920"/>
                </a:cubicBezTo>
                <a:cubicBezTo>
                  <a:pt x="0" y="225167"/>
                  <a:pt x="225167" y="0"/>
                  <a:pt x="502920" y="0"/>
                </a:cubicBezTo>
                <a:cubicBezTo>
                  <a:pt x="780673" y="0"/>
                  <a:pt x="1005840" y="225167"/>
                  <a:pt x="1005840" y="502920"/>
                </a:cubicBezTo>
              </a:path>
            </a:pathLst>
          </a:custGeom>
          <a:solidFill>
            <a:srgbClr val="FFFFFF"/>
          </a:solidFill>
          <a:ln w="57150">
            <a:solidFill>
              <a:srgbClr val="08387A"/>
            </a:solidFill>
          </a:ln>
          <a:effectLst>
            <a:outerShdw blurRad="2000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67966" y="3163463"/>
            <a:ext cx="1933565" cy="13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spcAft>
                <a:spcPts val="1107"/>
              </a:spcAft>
              <a:buNone/>
            </a:pPr>
            <a:r>
              <a:rPr lang="en-US" sz="1107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Esta estrategia simplifica las pruebas y mejora la eficiencia manteniendo una cobertura adecuada.</a:t>
            </a:r>
            <a:endParaRPr lang="en-US" sz="1107"/>
          </a:p>
        </p:txBody>
      </p:sp>
      <p:sp>
        <p:nvSpPr>
          <p:cNvPr id="15" name="Text 13"/>
          <p:cNvSpPr/>
          <p:nvPr/>
        </p:nvSpPr>
        <p:spPr>
          <a:xfrm>
            <a:off x="8667965" y="2691593"/>
            <a:ext cx="1933565" cy="411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Simplificación y eficiencia</a:t>
            </a:r>
            <a:endParaRPr lang="en-US" sz="1450"/>
          </a:p>
        </p:txBody>
      </p:sp>
      <p:sp>
        <p:nvSpPr>
          <p:cNvPr id="16" name="Text 14"/>
          <p:cNvSpPr/>
          <p:nvPr/>
        </p:nvSpPr>
        <p:spPr>
          <a:xfrm>
            <a:off x="7655057" y="3431641"/>
            <a:ext cx="437813" cy="457200"/>
          </a:xfrm>
          <a:custGeom>
            <a:avLst/>
            <a:gdLst/>
            <a:ahLst/>
            <a:cxnLst/>
            <a:rect l="l" t="t" r="r" b="b"/>
            <a:pathLst>
              <a:path w="437813" h="457200">
                <a:moveTo>
                  <a:pt x="218911" y="0"/>
                </a:moveTo>
                <a:cubicBezTo>
                  <a:pt x="234090" y="0"/>
                  <a:pt x="248914" y="1518"/>
                  <a:pt x="263380" y="4289"/>
                </a:cubicBezTo>
                <a:cubicBezTo>
                  <a:pt x="270433" y="5628"/>
                  <a:pt x="282845" y="9734"/>
                  <a:pt x="289631" y="22238"/>
                </a:cubicBezTo>
                <a:cubicBezTo>
                  <a:pt x="291417" y="25544"/>
                  <a:pt x="292845" y="29023"/>
                  <a:pt x="293738" y="32777"/>
                </a:cubicBezTo>
                <a:lnTo>
                  <a:pt x="302043" y="67158"/>
                </a:lnTo>
                <a:cubicBezTo>
                  <a:pt x="303295" y="72338"/>
                  <a:pt x="312043" y="77427"/>
                  <a:pt x="317134" y="75909"/>
                </a:cubicBezTo>
                <a:lnTo>
                  <a:pt x="351069" y="65905"/>
                </a:lnTo>
                <a:cubicBezTo>
                  <a:pt x="354642" y="64836"/>
                  <a:pt x="358302" y="64296"/>
                  <a:pt x="361962" y="64209"/>
                </a:cubicBezTo>
                <a:cubicBezTo>
                  <a:pt x="376340" y="63761"/>
                  <a:pt x="386073" y="72603"/>
                  <a:pt x="390805" y="77962"/>
                </a:cubicBezTo>
                <a:cubicBezTo>
                  <a:pt x="410542" y="100374"/>
                  <a:pt x="425721" y="126718"/>
                  <a:pt x="435366" y="155023"/>
                </a:cubicBezTo>
                <a:cubicBezTo>
                  <a:pt x="437686" y="161808"/>
                  <a:pt x="440366" y="174490"/>
                  <a:pt x="432954" y="186634"/>
                </a:cubicBezTo>
                <a:cubicBezTo>
                  <a:pt x="430988" y="189848"/>
                  <a:pt x="428580" y="192884"/>
                  <a:pt x="425808" y="195563"/>
                </a:cubicBezTo>
                <a:lnTo>
                  <a:pt x="400179" y="219941"/>
                </a:lnTo>
                <a:cubicBezTo>
                  <a:pt x="396427" y="223511"/>
                  <a:pt x="396427" y="233780"/>
                  <a:pt x="400179" y="237355"/>
                </a:cubicBezTo>
                <a:lnTo>
                  <a:pt x="425808" y="261733"/>
                </a:lnTo>
                <a:cubicBezTo>
                  <a:pt x="428575" y="264412"/>
                  <a:pt x="430988" y="267448"/>
                  <a:pt x="432954" y="270662"/>
                </a:cubicBezTo>
                <a:cubicBezTo>
                  <a:pt x="440274" y="282806"/>
                  <a:pt x="437599" y="295488"/>
                  <a:pt x="435366" y="302273"/>
                </a:cubicBezTo>
                <a:cubicBezTo>
                  <a:pt x="425721" y="330578"/>
                  <a:pt x="410542" y="356835"/>
                  <a:pt x="390805" y="379334"/>
                </a:cubicBezTo>
                <a:cubicBezTo>
                  <a:pt x="386073" y="384693"/>
                  <a:pt x="376248" y="393530"/>
                  <a:pt x="361962" y="393087"/>
                </a:cubicBezTo>
                <a:cubicBezTo>
                  <a:pt x="358302" y="392995"/>
                  <a:pt x="354642" y="392374"/>
                  <a:pt x="351069" y="391391"/>
                </a:cubicBezTo>
                <a:lnTo>
                  <a:pt x="317134" y="381300"/>
                </a:lnTo>
                <a:cubicBezTo>
                  <a:pt x="312043" y="379782"/>
                  <a:pt x="303295" y="384871"/>
                  <a:pt x="302043" y="390051"/>
                </a:cubicBezTo>
                <a:lnTo>
                  <a:pt x="293738" y="424432"/>
                </a:lnTo>
                <a:cubicBezTo>
                  <a:pt x="292845" y="428182"/>
                  <a:pt x="291417" y="431757"/>
                  <a:pt x="289631" y="434971"/>
                </a:cubicBezTo>
                <a:cubicBezTo>
                  <a:pt x="282753" y="447471"/>
                  <a:pt x="270341" y="451490"/>
                  <a:pt x="263380" y="452921"/>
                </a:cubicBezTo>
                <a:cubicBezTo>
                  <a:pt x="248914" y="455687"/>
                  <a:pt x="234090" y="457205"/>
                  <a:pt x="218911" y="457205"/>
                </a:cubicBezTo>
                <a:cubicBezTo>
                  <a:pt x="203732" y="457205"/>
                  <a:pt x="188908" y="455687"/>
                  <a:pt x="174442" y="452916"/>
                </a:cubicBezTo>
                <a:cubicBezTo>
                  <a:pt x="167389" y="451576"/>
                  <a:pt x="154977" y="447471"/>
                  <a:pt x="148191" y="434966"/>
                </a:cubicBezTo>
                <a:cubicBezTo>
                  <a:pt x="146405" y="431661"/>
                  <a:pt x="144978" y="428182"/>
                  <a:pt x="144084" y="424428"/>
                </a:cubicBezTo>
                <a:lnTo>
                  <a:pt x="135779" y="390046"/>
                </a:lnTo>
                <a:cubicBezTo>
                  <a:pt x="134527" y="384866"/>
                  <a:pt x="125779" y="379778"/>
                  <a:pt x="120688" y="381296"/>
                </a:cubicBezTo>
                <a:lnTo>
                  <a:pt x="86753" y="391295"/>
                </a:lnTo>
                <a:cubicBezTo>
                  <a:pt x="83180" y="392364"/>
                  <a:pt x="79520" y="392904"/>
                  <a:pt x="75860" y="392991"/>
                </a:cubicBezTo>
                <a:cubicBezTo>
                  <a:pt x="61482" y="393439"/>
                  <a:pt x="51750" y="384597"/>
                  <a:pt x="47017" y="379238"/>
                </a:cubicBezTo>
                <a:cubicBezTo>
                  <a:pt x="27372" y="356826"/>
                  <a:pt x="12101" y="330482"/>
                  <a:pt x="2456" y="302177"/>
                </a:cubicBezTo>
                <a:cubicBezTo>
                  <a:pt x="136" y="295392"/>
                  <a:pt x="-2544" y="282710"/>
                  <a:pt x="4869" y="270566"/>
                </a:cubicBezTo>
                <a:cubicBezTo>
                  <a:pt x="6834" y="267352"/>
                  <a:pt x="9242" y="264316"/>
                  <a:pt x="12014" y="261637"/>
                </a:cubicBezTo>
                <a:lnTo>
                  <a:pt x="37643" y="237259"/>
                </a:lnTo>
                <a:cubicBezTo>
                  <a:pt x="41395" y="233689"/>
                  <a:pt x="41395" y="223420"/>
                  <a:pt x="37643" y="219845"/>
                </a:cubicBezTo>
                <a:lnTo>
                  <a:pt x="11926" y="195467"/>
                </a:lnTo>
                <a:cubicBezTo>
                  <a:pt x="9159" y="192788"/>
                  <a:pt x="6747" y="189752"/>
                  <a:pt x="4781" y="186538"/>
                </a:cubicBezTo>
                <a:cubicBezTo>
                  <a:pt x="-2539" y="174394"/>
                  <a:pt x="136" y="161712"/>
                  <a:pt x="2461" y="155014"/>
                </a:cubicBezTo>
                <a:cubicBezTo>
                  <a:pt x="12106" y="126708"/>
                  <a:pt x="27285" y="100451"/>
                  <a:pt x="47021" y="77953"/>
                </a:cubicBezTo>
                <a:cubicBezTo>
                  <a:pt x="51754" y="72594"/>
                  <a:pt x="61579" y="63757"/>
                  <a:pt x="75864" y="64200"/>
                </a:cubicBezTo>
                <a:cubicBezTo>
                  <a:pt x="79525" y="64291"/>
                  <a:pt x="83185" y="64913"/>
                  <a:pt x="86757" y="65896"/>
                </a:cubicBezTo>
                <a:lnTo>
                  <a:pt x="120692" y="75900"/>
                </a:lnTo>
                <a:cubicBezTo>
                  <a:pt x="125784" y="77418"/>
                  <a:pt x="134531" y="72329"/>
                  <a:pt x="135784" y="67149"/>
                </a:cubicBezTo>
                <a:lnTo>
                  <a:pt x="144089" y="32768"/>
                </a:lnTo>
                <a:cubicBezTo>
                  <a:pt x="144982" y="29018"/>
                  <a:pt x="146409" y="25443"/>
                  <a:pt x="148196" y="22229"/>
                </a:cubicBezTo>
                <a:cubicBezTo>
                  <a:pt x="155074" y="9729"/>
                  <a:pt x="167486" y="5710"/>
                  <a:pt x="174447" y="4279"/>
                </a:cubicBezTo>
                <a:cubicBezTo>
                  <a:pt x="188912" y="1513"/>
                  <a:pt x="203737" y="-9"/>
                  <a:pt x="218916" y="-9"/>
                </a:cubicBezTo>
                <a:lnTo>
                  <a:pt x="218911" y="0"/>
                </a:lnTo>
                <a:moveTo>
                  <a:pt x="185068" y="45898"/>
                </a:moveTo>
                <a:lnTo>
                  <a:pt x="177476" y="77239"/>
                </a:lnTo>
                <a:cubicBezTo>
                  <a:pt x="170511" y="106084"/>
                  <a:pt x="137027" y="125369"/>
                  <a:pt x="108538" y="117066"/>
                </a:cubicBezTo>
                <a:lnTo>
                  <a:pt x="77729" y="107959"/>
                </a:lnTo>
                <a:cubicBezTo>
                  <a:pt x="62997" y="125195"/>
                  <a:pt x="51386" y="145198"/>
                  <a:pt x="43795" y="166627"/>
                </a:cubicBezTo>
                <a:lnTo>
                  <a:pt x="67191" y="188860"/>
                </a:lnTo>
                <a:cubicBezTo>
                  <a:pt x="88622" y="209219"/>
                  <a:pt x="88622" y="247976"/>
                  <a:pt x="67191" y="268335"/>
                </a:cubicBezTo>
                <a:lnTo>
                  <a:pt x="43795" y="290569"/>
                </a:lnTo>
                <a:cubicBezTo>
                  <a:pt x="51386" y="312002"/>
                  <a:pt x="62993" y="332000"/>
                  <a:pt x="77729" y="349237"/>
                </a:cubicBezTo>
                <a:lnTo>
                  <a:pt x="108626" y="340129"/>
                </a:lnTo>
                <a:cubicBezTo>
                  <a:pt x="137023" y="331735"/>
                  <a:pt x="170598" y="351111"/>
                  <a:pt x="177564" y="379956"/>
                </a:cubicBezTo>
                <a:lnTo>
                  <a:pt x="185156" y="411297"/>
                </a:lnTo>
                <a:cubicBezTo>
                  <a:pt x="207121" y="415316"/>
                  <a:pt x="230964" y="415316"/>
                  <a:pt x="252934" y="411297"/>
                </a:cubicBezTo>
                <a:lnTo>
                  <a:pt x="260525" y="379956"/>
                </a:lnTo>
                <a:cubicBezTo>
                  <a:pt x="267491" y="351111"/>
                  <a:pt x="300975" y="331827"/>
                  <a:pt x="329463" y="340129"/>
                </a:cubicBezTo>
                <a:lnTo>
                  <a:pt x="360360" y="349237"/>
                </a:lnTo>
                <a:cubicBezTo>
                  <a:pt x="375092" y="332000"/>
                  <a:pt x="386703" y="311998"/>
                  <a:pt x="394295" y="290569"/>
                </a:cubicBezTo>
                <a:lnTo>
                  <a:pt x="370898" y="268335"/>
                </a:lnTo>
                <a:cubicBezTo>
                  <a:pt x="349467" y="247976"/>
                  <a:pt x="349467" y="209219"/>
                  <a:pt x="370898" y="188860"/>
                </a:cubicBezTo>
                <a:lnTo>
                  <a:pt x="394295" y="166627"/>
                </a:lnTo>
                <a:cubicBezTo>
                  <a:pt x="386703" y="145198"/>
                  <a:pt x="375097" y="125191"/>
                  <a:pt x="360360" y="107959"/>
                </a:cubicBezTo>
                <a:lnTo>
                  <a:pt x="329463" y="117066"/>
                </a:lnTo>
                <a:cubicBezTo>
                  <a:pt x="301067" y="125460"/>
                  <a:pt x="267491" y="106084"/>
                  <a:pt x="260525" y="77239"/>
                </a:cubicBezTo>
                <a:lnTo>
                  <a:pt x="252934" y="45898"/>
                </a:lnTo>
                <a:cubicBezTo>
                  <a:pt x="230968" y="41880"/>
                  <a:pt x="207125" y="41880"/>
                  <a:pt x="185156" y="45898"/>
                </a:cubicBezTo>
                <a:lnTo>
                  <a:pt x="185068" y="45898"/>
                </a:lnTo>
                <a:moveTo>
                  <a:pt x="176049" y="228600"/>
                </a:moveTo>
                <a:cubicBezTo>
                  <a:pt x="176049" y="252274"/>
                  <a:pt x="195238" y="271463"/>
                  <a:pt x="218911" y="271463"/>
                </a:cubicBezTo>
                <a:cubicBezTo>
                  <a:pt x="242584" y="271463"/>
                  <a:pt x="261773" y="252274"/>
                  <a:pt x="261773" y="228600"/>
                </a:cubicBezTo>
                <a:cubicBezTo>
                  <a:pt x="261773" y="204926"/>
                  <a:pt x="242584" y="185738"/>
                  <a:pt x="218911" y="185738"/>
                </a:cubicBezTo>
                <a:cubicBezTo>
                  <a:pt x="195238" y="185738"/>
                  <a:pt x="176049" y="204926"/>
                  <a:pt x="176049" y="228600"/>
                </a:cubicBezTo>
                <a:moveTo>
                  <a:pt x="218911" y="314325"/>
                </a:moveTo>
                <a:cubicBezTo>
                  <a:pt x="171566" y="314325"/>
                  <a:pt x="133187" y="275943"/>
                  <a:pt x="133187" y="228600"/>
                </a:cubicBezTo>
                <a:cubicBezTo>
                  <a:pt x="133187" y="181257"/>
                  <a:pt x="171566" y="142875"/>
                  <a:pt x="218911" y="142875"/>
                </a:cubicBezTo>
                <a:cubicBezTo>
                  <a:pt x="266256" y="142875"/>
                  <a:pt x="304635" y="181257"/>
                  <a:pt x="304635" y="228600"/>
                </a:cubicBezTo>
                <a:cubicBezTo>
                  <a:pt x="304635" y="275943"/>
                  <a:pt x="266256" y="314325"/>
                  <a:pt x="218911" y="31432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97839" y="3163463"/>
            <a:ext cx="1933565" cy="13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spcAft>
                <a:spcPts val="1107"/>
              </a:spcAft>
              <a:buNone/>
            </a:pPr>
            <a:r>
              <a:rPr lang="en-US" sz="1107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Se elige un representante para cada clase, considerando también valores por debajo, dentro y por encima del rango esperado.</a:t>
            </a:r>
            <a:endParaRPr lang="en-US" sz="1107"/>
          </a:p>
        </p:txBody>
      </p:sp>
      <p:sp>
        <p:nvSpPr>
          <p:cNvPr id="18" name="Text 16"/>
          <p:cNvSpPr/>
          <p:nvPr/>
        </p:nvSpPr>
        <p:spPr>
          <a:xfrm>
            <a:off x="5297838" y="2691593"/>
            <a:ext cx="1933565" cy="411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Selección de representantes</a:t>
            </a:r>
            <a:endParaRPr lang="en-US" sz="1450"/>
          </a:p>
        </p:txBody>
      </p:sp>
      <p:sp>
        <p:nvSpPr>
          <p:cNvPr id="19" name="Text 17"/>
          <p:cNvSpPr/>
          <p:nvPr/>
        </p:nvSpPr>
        <p:spPr>
          <a:xfrm>
            <a:off x="4343381" y="3501022"/>
            <a:ext cx="457200" cy="318438"/>
          </a:xfrm>
          <a:custGeom>
            <a:avLst/>
            <a:gdLst/>
            <a:ahLst/>
            <a:cxnLst/>
            <a:rect l="l" t="t" r="r" b="b"/>
            <a:pathLst>
              <a:path w="457200" h="318438">
                <a:moveTo>
                  <a:pt x="450008" y="7193"/>
                </a:moveTo>
                <a:cubicBezTo>
                  <a:pt x="459600" y="16785"/>
                  <a:pt x="459600" y="32293"/>
                  <a:pt x="450008" y="41782"/>
                </a:cubicBezTo>
                <a:lnTo>
                  <a:pt x="180649" y="311245"/>
                </a:lnTo>
                <a:cubicBezTo>
                  <a:pt x="171057" y="320836"/>
                  <a:pt x="155549" y="320836"/>
                  <a:pt x="146062" y="311245"/>
                </a:cubicBezTo>
                <a:lnTo>
                  <a:pt x="7196" y="172482"/>
                </a:lnTo>
                <a:cubicBezTo>
                  <a:pt x="-2396" y="162891"/>
                  <a:pt x="-2396" y="147383"/>
                  <a:pt x="7196" y="137893"/>
                </a:cubicBezTo>
                <a:cubicBezTo>
                  <a:pt x="16788" y="128404"/>
                  <a:pt x="32297" y="128302"/>
                  <a:pt x="41784" y="137893"/>
                </a:cubicBezTo>
                <a:lnTo>
                  <a:pt x="163202" y="259311"/>
                </a:lnTo>
                <a:lnTo>
                  <a:pt x="415320" y="7193"/>
                </a:lnTo>
                <a:cubicBezTo>
                  <a:pt x="424913" y="-2398"/>
                  <a:pt x="440421" y="-2398"/>
                  <a:pt x="449908" y="7193"/>
                </a:cubicBezTo>
                <a:lnTo>
                  <a:pt x="450008" y="719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37072" y="3163463"/>
            <a:ext cx="1933565" cy="1336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spcAft>
                <a:spcPts val="1107"/>
              </a:spcAft>
              <a:buNone/>
            </a:pPr>
            <a:r>
              <a:rPr lang="en-US" sz="1107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Esta técnica optimiza las pruebas agrupando datos de entrada en conjuntos que el software debe procesar de manera similar, reduciendo la cantidad de casos necesarios.</a:t>
            </a:r>
            <a:endParaRPr lang="en-US" sz="1107"/>
          </a:p>
        </p:txBody>
      </p:sp>
      <p:sp>
        <p:nvSpPr>
          <p:cNvPr id="21" name="Text 19"/>
          <p:cNvSpPr/>
          <p:nvPr/>
        </p:nvSpPr>
        <p:spPr>
          <a:xfrm>
            <a:off x="2037072" y="2691593"/>
            <a:ext cx="1933565" cy="411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Optimización mediante agrupación</a:t>
            </a:r>
            <a:endParaRPr lang="en-US" sz="1450"/>
          </a:p>
        </p:txBody>
      </p:sp>
      <p:sp>
        <p:nvSpPr>
          <p:cNvPr id="22" name="Text 20"/>
          <p:cNvSpPr/>
          <p:nvPr/>
        </p:nvSpPr>
        <p:spPr>
          <a:xfrm>
            <a:off x="1041429" y="3431641"/>
            <a:ext cx="457139" cy="457200"/>
          </a:xfrm>
          <a:custGeom>
            <a:avLst/>
            <a:gdLst/>
            <a:ahLst/>
            <a:cxnLst/>
            <a:rect l="l" t="t" r="r" b="b"/>
            <a:pathLst>
              <a:path w="457139" h="457200">
                <a:moveTo>
                  <a:pt x="189310" y="16441"/>
                </a:moveTo>
                <a:cubicBezTo>
                  <a:pt x="192949" y="28602"/>
                  <a:pt x="185960" y="41431"/>
                  <a:pt x="173800" y="44975"/>
                </a:cubicBezTo>
                <a:cubicBezTo>
                  <a:pt x="160204" y="48998"/>
                  <a:pt x="147180" y="54549"/>
                  <a:pt x="135020" y="61347"/>
                </a:cubicBezTo>
                <a:cubicBezTo>
                  <a:pt x="136072" y="65942"/>
                  <a:pt x="136648" y="70637"/>
                  <a:pt x="136648" y="75424"/>
                </a:cubicBezTo>
                <a:cubicBezTo>
                  <a:pt x="136648" y="109225"/>
                  <a:pt x="109165" y="136707"/>
                  <a:pt x="75364" y="136707"/>
                </a:cubicBezTo>
                <a:cubicBezTo>
                  <a:pt x="70578" y="136707"/>
                  <a:pt x="65883" y="136131"/>
                  <a:pt x="61385" y="135080"/>
                </a:cubicBezTo>
                <a:cubicBezTo>
                  <a:pt x="54587" y="147241"/>
                  <a:pt x="49033" y="160262"/>
                  <a:pt x="45010" y="173859"/>
                </a:cubicBezTo>
                <a:cubicBezTo>
                  <a:pt x="41371" y="186021"/>
                  <a:pt x="28635" y="192916"/>
                  <a:pt x="16475" y="189372"/>
                </a:cubicBezTo>
                <a:cubicBezTo>
                  <a:pt x="4315" y="185829"/>
                  <a:pt x="-2578" y="173000"/>
                  <a:pt x="965" y="160838"/>
                </a:cubicBezTo>
                <a:cubicBezTo>
                  <a:pt x="6423" y="142358"/>
                  <a:pt x="14180" y="124738"/>
                  <a:pt x="23753" y="108462"/>
                </a:cubicBezTo>
                <a:cubicBezTo>
                  <a:pt x="17623" y="98888"/>
                  <a:pt x="14080" y="87586"/>
                  <a:pt x="14080" y="75429"/>
                </a:cubicBezTo>
                <a:cubicBezTo>
                  <a:pt x="14080" y="41628"/>
                  <a:pt x="41563" y="14146"/>
                  <a:pt x="75364" y="14146"/>
                </a:cubicBezTo>
                <a:cubicBezTo>
                  <a:pt x="87524" y="14146"/>
                  <a:pt x="98824" y="17689"/>
                  <a:pt x="108397" y="23816"/>
                </a:cubicBezTo>
                <a:cubicBezTo>
                  <a:pt x="124676" y="14242"/>
                  <a:pt x="142294" y="6579"/>
                  <a:pt x="160776" y="1024"/>
                </a:cubicBezTo>
                <a:cubicBezTo>
                  <a:pt x="172936" y="-2615"/>
                  <a:pt x="185768" y="4375"/>
                  <a:pt x="189310" y="16537"/>
                </a:cubicBezTo>
                <a:lnTo>
                  <a:pt x="189310" y="16441"/>
                </a:lnTo>
                <a:moveTo>
                  <a:pt x="267829" y="16441"/>
                </a:moveTo>
                <a:cubicBezTo>
                  <a:pt x="271467" y="4279"/>
                  <a:pt x="284203" y="-2615"/>
                  <a:pt x="296363" y="928"/>
                </a:cubicBezTo>
                <a:cubicBezTo>
                  <a:pt x="314845" y="6387"/>
                  <a:pt x="332463" y="14141"/>
                  <a:pt x="348742" y="23720"/>
                </a:cubicBezTo>
                <a:cubicBezTo>
                  <a:pt x="358319" y="17689"/>
                  <a:pt x="369615" y="14146"/>
                  <a:pt x="381775" y="14146"/>
                </a:cubicBezTo>
                <a:cubicBezTo>
                  <a:pt x="415576" y="14146"/>
                  <a:pt x="443059" y="41628"/>
                  <a:pt x="443059" y="75429"/>
                </a:cubicBezTo>
                <a:cubicBezTo>
                  <a:pt x="443059" y="87590"/>
                  <a:pt x="439516" y="98888"/>
                  <a:pt x="433386" y="108462"/>
                </a:cubicBezTo>
                <a:cubicBezTo>
                  <a:pt x="442963" y="124738"/>
                  <a:pt x="450620" y="142358"/>
                  <a:pt x="456174" y="160838"/>
                </a:cubicBezTo>
                <a:cubicBezTo>
                  <a:pt x="459813" y="173000"/>
                  <a:pt x="452824" y="185829"/>
                  <a:pt x="440664" y="189372"/>
                </a:cubicBezTo>
                <a:cubicBezTo>
                  <a:pt x="428504" y="192916"/>
                  <a:pt x="415672" y="186021"/>
                  <a:pt x="412129" y="173859"/>
                </a:cubicBezTo>
                <a:cubicBezTo>
                  <a:pt x="408106" y="160262"/>
                  <a:pt x="402552" y="147241"/>
                  <a:pt x="395754" y="135080"/>
                </a:cubicBezTo>
                <a:cubicBezTo>
                  <a:pt x="391256" y="136131"/>
                  <a:pt x="386561" y="136707"/>
                  <a:pt x="381775" y="136707"/>
                </a:cubicBezTo>
                <a:cubicBezTo>
                  <a:pt x="347974" y="136707"/>
                  <a:pt x="320491" y="109225"/>
                  <a:pt x="320491" y="75424"/>
                </a:cubicBezTo>
                <a:cubicBezTo>
                  <a:pt x="320491" y="70637"/>
                  <a:pt x="321067" y="65947"/>
                  <a:pt x="322118" y="61443"/>
                </a:cubicBezTo>
                <a:cubicBezTo>
                  <a:pt x="309959" y="54645"/>
                  <a:pt x="296935" y="49090"/>
                  <a:pt x="283339" y="45071"/>
                </a:cubicBezTo>
                <a:cubicBezTo>
                  <a:pt x="271179" y="41431"/>
                  <a:pt x="264286" y="28698"/>
                  <a:pt x="267829" y="16537"/>
                </a:cubicBezTo>
                <a:lnTo>
                  <a:pt x="267829" y="16441"/>
                </a:lnTo>
                <a:moveTo>
                  <a:pt x="16379" y="267887"/>
                </a:moveTo>
                <a:cubicBezTo>
                  <a:pt x="28539" y="264248"/>
                  <a:pt x="41371" y="271238"/>
                  <a:pt x="44914" y="283400"/>
                </a:cubicBezTo>
                <a:cubicBezTo>
                  <a:pt x="48937" y="296997"/>
                  <a:pt x="54491" y="310018"/>
                  <a:pt x="61289" y="322180"/>
                </a:cubicBezTo>
                <a:cubicBezTo>
                  <a:pt x="65883" y="321128"/>
                  <a:pt x="70578" y="320552"/>
                  <a:pt x="75364" y="320552"/>
                </a:cubicBezTo>
                <a:cubicBezTo>
                  <a:pt x="109165" y="320552"/>
                  <a:pt x="136648" y="348034"/>
                  <a:pt x="136648" y="381835"/>
                </a:cubicBezTo>
                <a:cubicBezTo>
                  <a:pt x="136648" y="386622"/>
                  <a:pt x="136072" y="391313"/>
                  <a:pt x="135020" y="395816"/>
                </a:cubicBezTo>
                <a:cubicBezTo>
                  <a:pt x="147180" y="402615"/>
                  <a:pt x="160204" y="408170"/>
                  <a:pt x="173800" y="412189"/>
                </a:cubicBezTo>
                <a:cubicBezTo>
                  <a:pt x="185960" y="415828"/>
                  <a:pt x="192853" y="428561"/>
                  <a:pt x="189310" y="440723"/>
                </a:cubicBezTo>
                <a:cubicBezTo>
                  <a:pt x="185768" y="452884"/>
                  <a:pt x="172936" y="459779"/>
                  <a:pt x="160776" y="456235"/>
                </a:cubicBezTo>
                <a:cubicBezTo>
                  <a:pt x="142294" y="450680"/>
                  <a:pt x="124675" y="443022"/>
                  <a:pt x="108397" y="433444"/>
                </a:cubicBezTo>
                <a:cubicBezTo>
                  <a:pt x="98820" y="439570"/>
                  <a:pt x="87524" y="443114"/>
                  <a:pt x="75364" y="443114"/>
                </a:cubicBezTo>
                <a:cubicBezTo>
                  <a:pt x="41563" y="443114"/>
                  <a:pt x="14080" y="415631"/>
                  <a:pt x="14080" y="381831"/>
                </a:cubicBezTo>
                <a:cubicBezTo>
                  <a:pt x="14080" y="369669"/>
                  <a:pt x="17623" y="358372"/>
                  <a:pt x="23753" y="348798"/>
                </a:cubicBezTo>
                <a:cubicBezTo>
                  <a:pt x="14176" y="332522"/>
                  <a:pt x="6519" y="314901"/>
                  <a:pt x="965" y="296421"/>
                </a:cubicBezTo>
                <a:cubicBezTo>
                  <a:pt x="-2674" y="284260"/>
                  <a:pt x="4315" y="271430"/>
                  <a:pt x="16475" y="267887"/>
                </a:cubicBezTo>
                <a:lnTo>
                  <a:pt x="16379" y="267887"/>
                </a:lnTo>
                <a:moveTo>
                  <a:pt x="440664" y="267887"/>
                </a:moveTo>
                <a:cubicBezTo>
                  <a:pt x="452823" y="271527"/>
                  <a:pt x="459717" y="284260"/>
                  <a:pt x="456174" y="296421"/>
                </a:cubicBezTo>
                <a:cubicBezTo>
                  <a:pt x="450620" y="314901"/>
                  <a:pt x="442958" y="332522"/>
                  <a:pt x="433386" y="348798"/>
                </a:cubicBezTo>
                <a:cubicBezTo>
                  <a:pt x="439516" y="358372"/>
                  <a:pt x="443059" y="369674"/>
                  <a:pt x="443059" y="381831"/>
                </a:cubicBezTo>
                <a:cubicBezTo>
                  <a:pt x="443059" y="415631"/>
                  <a:pt x="415576" y="443114"/>
                  <a:pt x="381775" y="443114"/>
                </a:cubicBezTo>
                <a:cubicBezTo>
                  <a:pt x="369615" y="443114"/>
                  <a:pt x="358314" y="439570"/>
                  <a:pt x="348742" y="433444"/>
                </a:cubicBezTo>
                <a:cubicBezTo>
                  <a:pt x="332463" y="443018"/>
                  <a:pt x="314845" y="450680"/>
                  <a:pt x="296363" y="456235"/>
                </a:cubicBezTo>
                <a:cubicBezTo>
                  <a:pt x="284203" y="459875"/>
                  <a:pt x="271371" y="452884"/>
                  <a:pt x="267828" y="440723"/>
                </a:cubicBezTo>
                <a:cubicBezTo>
                  <a:pt x="264286" y="428561"/>
                  <a:pt x="271179" y="415732"/>
                  <a:pt x="283339" y="412189"/>
                </a:cubicBezTo>
                <a:cubicBezTo>
                  <a:pt x="296934" y="408165"/>
                  <a:pt x="309958" y="402615"/>
                  <a:pt x="322118" y="395816"/>
                </a:cubicBezTo>
                <a:cubicBezTo>
                  <a:pt x="321067" y="391317"/>
                  <a:pt x="320491" y="386622"/>
                  <a:pt x="320491" y="381835"/>
                </a:cubicBezTo>
                <a:cubicBezTo>
                  <a:pt x="320491" y="348034"/>
                  <a:pt x="347974" y="320552"/>
                  <a:pt x="381775" y="320552"/>
                </a:cubicBezTo>
                <a:cubicBezTo>
                  <a:pt x="386561" y="320552"/>
                  <a:pt x="391256" y="321128"/>
                  <a:pt x="395754" y="322180"/>
                </a:cubicBezTo>
                <a:cubicBezTo>
                  <a:pt x="402552" y="310018"/>
                  <a:pt x="408106" y="296997"/>
                  <a:pt x="412129" y="283400"/>
                </a:cubicBezTo>
                <a:cubicBezTo>
                  <a:pt x="415768" y="271238"/>
                  <a:pt x="428504" y="264344"/>
                  <a:pt x="440663" y="267887"/>
                </a:cubicBezTo>
                <a:lnTo>
                  <a:pt x="440664" y="267887"/>
                </a:lnTo>
                <a:moveTo>
                  <a:pt x="90683" y="75424"/>
                </a:moveTo>
                <a:cubicBezTo>
                  <a:pt x="90683" y="66962"/>
                  <a:pt x="83826" y="60104"/>
                  <a:pt x="75364" y="60104"/>
                </a:cubicBezTo>
                <a:cubicBezTo>
                  <a:pt x="66902" y="60104"/>
                  <a:pt x="60045" y="66962"/>
                  <a:pt x="60045" y="75424"/>
                </a:cubicBezTo>
                <a:cubicBezTo>
                  <a:pt x="60045" y="83887"/>
                  <a:pt x="66902" y="90745"/>
                  <a:pt x="75364" y="90745"/>
                </a:cubicBezTo>
                <a:cubicBezTo>
                  <a:pt x="83826" y="90745"/>
                  <a:pt x="90683" y="83887"/>
                  <a:pt x="90683" y="75424"/>
                </a:cubicBezTo>
                <a:lnTo>
                  <a:pt x="90683" y="75424"/>
                </a:lnTo>
                <a:moveTo>
                  <a:pt x="75364" y="397156"/>
                </a:moveTo>
                <a:cubicBezTo>
                  <a:pt x="83826" y="397156"/>
                  <a:pt x="90683" y="390298"/>
                  <a:pt x="90683" y="381835"/>
                </a:cubicBezTo>
                <a:cubicBezTo>
                  <a:pt x="90683" y="373372"/>
                  <a:pt x="83826" y="366514"/>
                  <a:pt x="75364" y="366514"/>
                </a:cubicBezTo>
                <a:cubicBezTo>
                  <a:pt x="66902" y="366514"/>
                  <a:pt x="60045" y="373372"/>
                  <a:pt x="60045" y="381835"/>
                </a:cubicBezTo>
                <a:cubicBezTo>
                  <a:pt x="60045" y="390298"/>
                  <a:pt x="66902" y="397156"/>
                  <a:pt x="75364" y="397156"/>
                </a:cubicBezTo>
                <a:moveTo>
                  <a:pt x="397094" y="75424"/>
                </a:moveTo>
                <a:cubicBezTo>
                  <a:pt x="397094" y="66962"/>
                  <a:pt x="390237" y="60104"/>
                  <a:pt x="381775" y="60104"/>
                </a:cubicBezTo>
                <a:cubicBezTo>
                  <a:pt x="373313" y="60104"/>
                  <a:pt x="366456" y="66962"/>
                  <a:pt x="366456" y="75424"/>
                </a:cubicBezTo>
                <a:cubicBezTo>
                  <a:pt x="366456" y="83887"/>
                  <a:pt x="373313" y="90745"/>
                  <a:pt x="381775" y="90745"/>
                </a:cubicBezTo>
                <a:cubicBezTo>
                  <a:pt x="390237" y="90745"/>
                  <a:pt x="397094" y="83887"/>
                  <a:pt x="397094" y="75424"/>
                </a:cubicBezTo>
                <a:lnTo>
                  <a:pt x="397094" y="75424"/>
                </a:lnTo>
                <a:moveTo>
                  <a:pt x="381775" y="397156"/>
                </a:moveTo>
                <a:cubicBezTo>
                  <a:pt x="390237" y="397156"/>
                  <a:pt x="397094" y="390298"/>
                  <a:pt x="397094" y="381835"/>
                </a:cubicBezTo>
                <a:cubicBezTo>
                  <a:pt x="397094" y="373372"/>
                  <a:pt x="390237" y="366514"/>
                  <a:pt x="381775" y="366514"/>
                </a:cubicBezTo>
                <a:cubicBezTo>
                  <a:pt x="373313" y="366514"/>
                  <a:pt x="366456" y="373372"/>
                  <a:pt x="366456" y="381835"/>
                </a:cubicBezTo>
                <a:cubicBezTo>
                  <a:pt x="366456" y="390298"/>
                  <a:pt x="373313" y="397156"/>
                  <a:pt x="381775" y="397156"/>
                </a:cubicBezTo>
                <a:moveTo>
                  <a:pt x="168053" y="229396"/>
                </a:moveTo>
                <a:cubicBezTo>
                  <a:pt x="168053" y="253142"/>
                  <a:pt x="181553" y="273826"/>
                  <a:pt x="201470" y="283976"/>
                </a:cubicBezTo>
                <a:cubicBezTo>
                  <a:pt x="212771" y="289723"/>
                  <a:pt x="217269" y="303604"/>
                  <a:pt x="211427" y="314906"/>
                </a:cubicBezTo>
                <a:cubicBezTo>
                  <a:pt x="205584" y="326203"/>
                  <a:pt x="191797" y="330706"/>
                  <a:pt x="180497" y="324863"/>
                </a:cubicBezTo>
                <a:cubicBezTo>
                  <a:pt x="145832" y="307147"/>
                  <a:pt x="121992" y="271051"/>
                  <a:pt x="121992" y="229300"/>
                </a:cubicBezTo>
                <a:cubicBezTo>
                  <a:pt x="121992" y="201625"/>
                  <a:pt x="132524" y="176443"/>
                  <a:pt x="149663" y="157387"/>
                </a:cubicBezTo>
                <a:lnTo>
                  <a:pt x="138938" y="146661"/>
                </a:lnTo>
                <a:cubicBezTo>
                  <a:pt x="132620" y="140342"/>
                  <a:pt x="137119" y="129616"/>
                  <a:pt x="146024" y="129616"/>
                </a:cubicBezTo>
                <a:lnTo>
                  <a:pt x="203952" y="129616"/>
                </a:lnTo>
                <a:cubicBezTo>
                  <a:pt x="209411" y="129616"/>
                  <a:pt x="213909" y="134115"/>
                  <a:pt x="213909" y="139574"/>
                </a:cubicBezTo>
                <a:lnTo>
                  <a:pt x="213909" y="197506"/>
                </a:lnTo>
                <a:cubicBezTo>
                  <a:pt x="213909" y="206412"/>
                  <a:pt x="203184" y="210815"/>
                  <a:pt x="196867" y="204592"/>
                </a:cubicBezTo>
                <a:lnTo>
                  <a:pt x="182216" y="189944"/>
                </a:lnTo>
                <a:cubicBezTo>
                  <a:pt x="173311" y="200574"/>
                  <a:pt x="167948" y="214267"/>
                  <a:pt x="167948" y="229300"/>
                </a:cubicBezTo>
                <a:lnTo>
                  <a:pt x="168053" y="229396"/>
                </a:lnTo>
                <a:moveTo>
                  <a:pt x="257200" y="173283"/>
                </a:moveTo>
                <a:cubicBezTo>
                  <a:pt x="245900" y="167536"/>
                  <a:pt x="241401" y="153656"/>
                  <a:pt x="247244" y="142354"/>
                </a:cubicBezTo>
                <a:cubicBezTo>
                  <a:pt x="253086" y="131056"/>
                  <a:pt x="266873" y="126553"/>
                  <a:pt x="278174" y="132396"/>
                </a:cubicBezTo>
                <a:cubicBezTo>
                  <a:pt x="312838" y="150112"/>
                  <a:pt x="336678" y="186208"/>
                  <a:pt x="336678" y="227960"/>
                </a:cubicBezTo>
                <a:cubicBezTo>
                  <a:pt x="336678" y="255634"/>
                  <a:pt x="326146" y="280817"/>
                  <a:pt x="309008" y="299873"/>
                </a:cubicBezTo>
                <a:lnTo>
                  <a:pt x="319540" y="310503"/>
                </a:lnTo>
                <a:cubicBezTo>
                  <a:pt x="325858" y="316821"/>
                  <a:pt x="321359" y="327547"/>
                  <a:pt x="312454" y="327547"/>
                </a:cubicBezTo>
                <a:lnTo>
                  <a:pt x="254526" y="327547"/>
                </a:lnTo>
                <a:cubicBezTo>
                  <a:pt x="249068" y="327547"/>
                  <a:pt x="244569" y="323048"/>
                  <a:pt x="244569" y="317589"/>
                </a:cubicBezTo>
                <a:lnTo>
                  <a:pt x="244569" y="259658"/>
                </a:lnTo>
                <a:cubicBezTo>
                  <a:pt x="244569" y="250751"/>
                  <a:pt x="255294" y="246349"/>
                  <a:pt x="261611" y="252571"/>
                </a:cubicBezTo>
                <a:lnTo>
                  <a:pt x="276263" y="267220"/>
                </a:lnTo>
                <a:cubicBezTo>
                  <a:pt x="285168" y="256590"/>
                  <a:pt x="290530" y="242897"/>
                  <a:pt x="290530" y="227864"/>
                </a:cubicBezTo>
                <a:cubicBezTo>
                  <a:pt x="290530" y="204117"/>
                  <a:pt x="277031" y="183433"/>
                  <a:pt x="257113" y="173283"/>
                </a:cubicBezTo>
                <a:lnTo>
                  <a:pt x="257200" y="17328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78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78" y="1"/>
            <a:ext cx="795528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Pruebas unitarias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857766" y="6309360"/>
            <a:ext cx="6956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/>
              </a:rPr>
              <a:t>21</a:t>
            </a:r>
          </a:p>
        </p:txBody>
      </p:sp>
      <p:sp>
        <p:nvSpPr>
          <p:cNvPr id="10" name="Text 8"/>
          <p:cNvSpPr/>
          <p:nvPr/>
        </p:nvSpPr>
        <p:spPr>
          <a:xfrm>
            <a:off x="8991600" y="0"/>
            <a:ext cx="3200400" cy="6858000"/>
          </a:xfrm>
          <a:prstGeom prst="rect">
            <a:avLst/>
          </a:prstGeom>
          <a:blipFill>
            <a:blip r:embed="rId4"/>
            <a:srcRect/>
            <a:stretch>
              <a:fillRect l="-140476" r="-140476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85953" y="3608357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187"/>
              </a:spcBef>
              <a:buNone/>
            </a:pPr>
            <a:r>
              <a:rPr lang="en-US" sz="1187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Estos procesos contribuyen a un código más robusto y estable en aplicaciones multiplataforma y web.</a:t>
            </a:r>
            <a:endParaRPr lang="en-US" sz="1187"/>
          </a:p>
        </p:txBody>
      </p:sp>
      <p:sp>
        <p:nvSpPr>
          <p:cNvPr id="13" name="Text 11"/>
          <p:cNvSpPr/>
          <p:nvPr/>
        </p:nvSpPr>
        <p:spPr>
          <a:xfrm>
            <a:off x="5385953" y="3146999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198"/>
              </a:spcBef>
              <a:buNone/>
            </a:pPr>
            <a:r>
              <a:rPr lang="en-US" sz="1437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Impacto en la calidad del código</a:t>
            </a:r>
            <a:endParaRPr lang="en-US" sz="1437"/>
          </a:p>
        </p:txBody>
      </p:sp>
      <p:sp>
        <p:nvSpPr>
          <p:cNvPr id="14" name="Text 12"/>
          <p:cNvSpPr/>
          <p:nvPr/>
        </p:nvSpPr>
        <p:spPr>
          <a:xfrm>
            <a:off x="4731512" y="3147000"/>
            <a:ext cx="430983" cy="457200"/>
          </a:xfrm>
          <a:custGeom>
            <a:avLst/>
            <a:gdLst/>
            <a:ahLst/>
            <a:cxnLst/>
            <a:rect l="l" t="t" r="r" b="b"/>
            <a:pathLst>
              <a:path w="430983" h="457200">
                <a:moveTo>
                  <a:pt x="215491" y="44353"/>
                </a:moveTo>
                <a:lnTo>
                  <a:pt x="51179" y="114030"/>
                </a:lnTo>
                <a:cubicBezTo>
                  <a:pt x="45882" y="116275"/>
                  <a:pt x="43008" y="121035"/>
                  <a:pt x="43098" y="125524"/>
                </a:cubicBezTo>
                <a:cubicBezTo>
                  <a:pt x="43547" y="207592"/>
                  <a:pt x="77577" y="349365"/>
                  <a:pt x="210462" y="412934"/>
                </a:cubicBezTo>
                <a:cubicBezTo>
                  <a:pt x="213694" y="414461"/>
                  <a:pt x="217465" y="414461"/>
                  <a:pt x="220607" y="412934"/>
                </a:cubicBezTo>
                <a:cubicBezTo>
                  <a:pt x="353492" y="349273"/>
                  <a:pt x="387523" y="207587"/>
                  <a:pt x="387880" y="125433"/>
                </a:cubicBezTo>
                <a:cubicBezTo>
                  <a:pt x="387880" y="120943"/>
                  <a:pt x="385096" y="116275"/>
                  <a:pt x="379799" y="113939"/>
                </a:cubicBezTo>
                <a:lnTo>
                  <a:pt x="215491" y="44353"/>
                </a:lnTo>
                <a:moveTo>
                  <a:pt x="227524" y="2606"/>
                </a:moveTo>
                <a:lnTo>
                  <a:pt x="396595" y="74345"/>
                </a:lnTo>
                <a:cubicBezTo>
                  <a:pt x="416347" y="82694"/>
                  <a:pt x="431073" y="102180"/>
                  <a:pt x="430983" y="125703"/>
                </a:cubicBezTo>
                <a:cubicBezTo>
                  <a:pt x="430534" y="214774"/>
                  <a:pt x="393901" y="377739"/>
                  <a:pt x="239195" y="451814"/>
                </a:cubicBezTo>
                <a:cubicBezTo>
                  <a:pt x="224202" y="458997"/>
                  <a:pt x="206781" y="458997"/>
                  <a:pt x="191787" y="451814"/>
                </a:cubicBezTo>
                <a:cubicBezTo>
                  <a:pt x="37082" y="377739"/>
                  <a:pt x="448" y="214774"/>
                  <a:pt x="0" y="125703"/>
                </a:cubicBezTo>
                <a:cubicBezTo>
                  <a:pt x="-90" y="102180"/>
                  <a:pt x="14636" y="82694"/>
                  <a:pt x="34388" y="74345"/>
                </a:cubicBezTo>
                <a:lnTo>
                  <a:pt x="203549" y="2606"/>
                </a:lnTo>
                <a:cubicBezTo>
                  <a:pt x="207229" y="901"/>
                  <a:pt x="211358" y="0"/>
                  <a:pt x="215491" y="0"/>
                </a:cubicBezTo>
                <a:cubicBezTo>
                  <a:pt x="219620" y="0"/>
                  <a:pt x="223753" y="896"/>
                  <a:pt x="227524" y="2606"/>
                </a:cubicBezTo>
                <a:lnTo>
                  <a:pt x="227524" y="260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85954" y="216720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187"/>
              </a:spcBef>
              <a:buNone/>
            </a:pPr>
            <a:r>
              <a:rPr lang="en-US" sz="1187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Además, la integración de IA en entornos de desarrollo como GitHub Copilot y ChatGPT-4 está mejorando la creación automática de pruebas unitarias, asegurando una revisión exhaustiva y reduciendo el tiempo requerido.</a:t>
            </a:r>
            <a:endParaRPr lang="en-US" sz="1187"/>
          </a:p>
        </p:txBody>
      </p:sp>
      <p:sp>
        <p:nvSpPr>
          <p:cNvPr id="16" name="Text 14"/>
          <p:cNvSpPr/>
          <p:nvPr/>
        </p:nvSpPr>
        <p:spPr>
          <a:xfrm>
            <a:off x="5385954" y="1709543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198"/>
              </a:spcBef>
              <a:buNone/>
            </a:pPr>
            <a:r>
              <a:rPr lang="en-US" sz="1437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Integración de IA en pruebas unitarias</a:t>
            </a:r>
            <a:endParaRPr lang="en-US" sz="1437"/>
          </a:p>
        </p:txBody>
      </p:sp>
      <p:sp>
        <p:nvSpPr>
          <p:cNvPr id="17" name="Text 15"/>
          <p:cNvSpPr/>
          <p:nvPr/>
        </p:nvSpPr>
        <p:spPr>
          <a:xfrm>
            <a:off x="4718403" y="1728109"/>
            <a:ext cx="457200" cy="365729"/>
          </a:xfrm>
          <a:custGeom>
            <a:avLst/>
            <a:gdLst/>
            <a:ahLst/>
            <a:cxnLst/>
            <a:rect l="l" t="t" r="r" b="b"/>
            <a:pathLst>
              <a:path w="457200" h="365729">
                <a:moveTo>
                  <a:pt x="285105" y="772"/>
                </a:moveTo>
                <a:cubicBezTo>
                  <a:pt x="276035" y="-2015"/>
                  <a:pt x="266461" y="2988"/>
                  <a:pt x="263676" y="12058"/>
                </a:cubicBezTo>
                <a:lnTo>
                  <a:pt x="160806" y="343529"/>
                </a:lnTo>
                <a:cubicBezTo>
                  <a:pt x="158022" y="352603"/>
                  <a:pt x="163019" y="362174"/>
                  <a:pt x="172095" y="364961"/>
                </a:cubicBezTo>
                <a:cubicBezTo>
                  <a:pt x="181166" y="367748"/>
                  <a:pt x="190739" y="362745"/>
                  <a:pt x="193528" y="353675"/>
                </a:cubicBezTo>
                <a:lnTo>
                  <a:pt x="296398" y="22203"/>
                </a:lnTo>
                <a:cubicBezTo>
                  <a:pt x="299183" y="13130"/>
                  <a:pt x="294185" y="3559"/>
                  <a:pt x="285110" y="772"/>
                </a:cubicBezTo>
                <a:lnTo>
                  <a:pt x="285105" y="772"/>
                </a:lnTo>
                <a:moveTo>
                  <a:pt x="336115" y="85423"/>
                </a:moveTo>
                <a:cubicBezTo>
                  <a:pt x="329614" y="92354"/>
                  <a:pt x="329970" y="103212"/>
                  <a:pt x="336902" y="109642"/>
                </a:cubicBezTo>
                <a:lnTo>
                  <a:pt x="414982" y="182865"/>
                </a:lnTo>
                <a:lnTo>
                  <a:pt x="336902" y="256087"/>
                </a:lnTo>
                <a:cubicBezTo>
                  <a:pt x="329970" y="262586"/>
                  <a:pt x="329614" y="273445"/>
                  <a:pt x="336115" y="280306"/>
                </a:cubicBezTo>
                <a:cubicBezTo>
                  <a:pt x="342617" y="287163"/>
                  <a:pt x="353475" y="287591"/>
                  <a:pt x="360333" y="281092"/>
                </a:cubicBezTo>
                <a:lnTo>
                  <a:pt x="451773" y="195369"/>
                </a:lnTo>
                <a:cubicBezTo>
                  <a:pt x="455202" y="192154"/>
                  <a:pt x="457200" y="187582"/>
                  <a:pt x="457200" y="182868"/>
                </a:cubicBezTo>
                <a:cubicBezTo>
                  <a:pt x="457200" y="178154"/>
                  <a:pt x="455271" y="173582"/>
                  <a:pt x="451773" y="170368"/>
                </a:cubicBezTo>
                <a:lnTo>
                  <a:pt x="360333" y="84644"/>
                </a:lnTo>
                <a:cubicBezTo>
                  <a:pt x="353402" y="78145"/>
                  <a:pt x="342543" y="78500"/>
                  <a:pt x="336115" y="85431"/>
                </a:cubicBezTo>
                <a:lnTo>
                  <a:pt x="336115" y="85423"/>
                </a:lnTo>
                <a:moveTo>
                  <a:pt x="121085" y="85423"/>
                </a:moveTo>
                <a:cubicBezTo>
                  <a:pt x="114583" y="78493"/>
                  <a:pt x="103725" y="78138"/>
                  <a:pt x="96867" y="84637"/>
                </a:cubicBezTo>
                <a:lnTo>
                  <a:pt x="5427" y="170360"/>
                </a:lnTo>
                <a:cubicBezTo>
                  <a:pt x="1925" y="173575"/>
                  <a:pt x="0" y="178147"/>
                  <a:pt x="0" y="182861"/>
                </a:cubicBezTo>
                <a:cubicBezTo>
                  <a:pt x="0" y="187575"/>
                  <a:pt x="1929" y="192147"/>
                  <a:pt x="5432" y="195362"/>
                </a:cubicBezTo>
                <a:lnTo>
                  <a:pt x="96872" y="281085"/>
                </a:lnTo>
                <a:cubicBezTo>
                  <a:pt x="103803" y="287584"/>
                  <a:pt x="114661" y="287229"/>
                  <a:pt x="121089" y="280299"/>
                </a:cubicBezTo>
                <a:cubicBezTo>
                  <a:pt x="127518" y="273368"/>
                  <a:pt x="127234" y="262509"/>
                  <a:pt x="120303" y="256080"/>
                </a:cubicBezTo>
                <a:lnTo>
                  <a:pt x="42222" y="182857"/>
                </a:lnTo>
                <a:lnTo>
                  <a:pt x="120303" y="109635"/>
                </a:lnTo>
                <a:cubicBezTo>
                  <a:pt x="127234" y="103136"/>
                  <a:pt x="127591" y="92277"/>
                  <a:pt x="121089" y="85416"/>
                </a:cubicBezTo>
                <a:lnTo>
                  <a:pt x="121085" y="8542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0301" y="50231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187"/>
              </a:spcBef>
              <a:buNone/>
            </a:pPr>
            <a:r>
              <a:rPr lang="en-US" sz="1187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 automatización es clave, ya que herramientas modernas generan y ejecutan pruebas repetidamente, aumentando la cobertura y eficiencia.</a:t>
            </a:r>
            <a:endParaRPr lang="en-US" sz="1187"/>
          </a:p>
        </p:txBody>
      </p:sp>
      <p:sp>
        <p:nvSpPr>
          <p:cNvPr id="19" name="Text 17"/>
          <p:cNvSpPr/>
          <p:nvPr/>
        </p:nvSpPr>
        <p:spPr>
          <a:xfrm>
            <a:off x="1280302" y="4584577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198"/>
              </a:spcBef>
              <a:buNone/>
            </a:pPr>
            <a:r>
              <a:rPr lang="en-US" sz="1437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Automatización de pruebas</a:t>
            </a:r>
            <a:endParaRPr lang="en-US" sz="1437"/>
          </a:p>
        </p:txBody>
      </p:sp>
      <p:sp>
        <p:nvSpPr>
          <p:cNvPr id="20" name="Text 18"/>
          <p:cNvSpPr/>
          <p:nvPr/>
        </p:nvSpPr>
        <p:spPr>
          <a:xfrm>
            <a:off x="648338" y="4627724"/>
            <a:ext cx="457200" cy="365760"/>
          </a:xfrm>
          <a:custGeom>
            <a:avLst/>
            <a:gdLst/>
            <a:ahLst/>
            <a:cxnLst/>
            <a:rect l="l" t="t" r="r" b="b"/>
            <a:pathLst>
              <a:path w="457200" h="365760">
                <a:moveTo>
                  <a:pt x="228600" y="0"/>
                </a:moveTo>
                <a:cubicBezTo>
                  <a:pt x="238101" y="0"/>
                  <a:pt x="245745" y="7644"/>
                  <a:pt x="245745" y="17147"/>
                </a:cubicBezTo>
                <a:lnTo>
                  <a:pt x="245745" y="68584"/>
                </a:lnTo>
                <a:lnTo>
                  <a:pt x="320040" y="68584"/>
                </a:lnTo>
                <a:cubicBezTo>
                  <a:pt x="357901" y="68584"/>
                  <a:pt x="388620" y="99300"/>
                  <a:pt x="388620" y="137164"/>
                </a:cubicBezTo>
                <a:lnTo>
                  <a:pt x="388620" y="297184"/>
                </a:lnTo>
                <a:cubicBezTo>
                  <a:pt x="388620" y="335047"/>
                  <a:pt x="357901" y="365764"/>
                  <a:pt x="320040" y="365764"/>
                </a:cubicBezTo>
                <a:lnTo>
                  <a:pt x="137160" y="365764"/>
                </a:lnTo>
                <a:cubicBezTo>
                  <a:pt x="99299" y="365764"/>
                  <a:pt x="68580" y="335047"/>
                  <a:pt x="68580" y="297184"/>
                </a:cubicBezTo>
                <a:lnTo>
                  <a:pt x="68580" y="137164"/>
                </a:lnTo>
                <a:cubicBezTo>
                  <a:pt x="68580" y="99300"/>
                  <a:pt x="99299" y="68584"/>
                  <a:pt x="137160" y="68584"/>
                </a:cubicBezTo>
                <a:lnTo>
                  <a:pt x="211455" y="68584"/>
                </a:lnTo>
                <a:lnTo>
                  <a:pt x="211455" y="17150"/>
                </a:lnTo>
                <a:cubicBezTo>
                  <a:pt x="211455" y="7648"/>
                  <a:pt x="219099" y="7"/>
                  <a:pt x="228600" y="7"/>
                </a:cubicBezTo>
                <a:lnTo>
                  <a:pt x="228600" y="0"/>
                </a:lnTo>
                <a:moveTo>
                  <a:pt x="137160" y="102870"/>
                </a:moveTo>
                <a:cubicBezTo>
                  <a:pt x="118227" y="102870"/>
                  <a:pt x="102870" y="118228"/>
                  <a:pt x="102870" y="137160"/>
                </a:cubicBezTo>
                <a:lnTo>
                  <a:pt x="102870" y="297180"/>
                </a:lnTo>
                <a:cubicBezTo>
                  <a:pt x="102870" y="316112"/>
                  <a:pt x="118227" y="331470"/>
                  <a:pt x="137160" y="331470"/>
                </a:cubicBezTo>
                <a:lnTo>
                  <a:pt x="320040" y="331470"/>
                </a:lnTo>
                <a:cubicBezTo>
                  <a:pt x="338973" y="331470"/>
                  <a:pt x="354330" y="316112"/>
                  <a:pt x="354330" y="297180"/>
                </a:cubicBezTo>
                <a:lnTo>
                  <a:pt x="354330" y="137160"/>
                </a:lnTo>
                <a:cubicBezTo>
                  <a:pt x="354330" y="118228"/>
                  <a:pt x="338973" y="102870"/>
                  <a:pt x="320040" y="102870"/>
                </a:cubicBezTo>
                <a:lnTo>
                  <a:pt x="228600" y="102870"/>
                </a:lnTo>
                <a:lnTo>
                  <a:pt x="137160" y="102870"/>
                </a:lnTo>
                <a:moveTo>
                  <a:pt x="34290" y="160020"/>
                </a:moveTo>
                <a:lnTo>
                  <a:pt x="45720" y="160020"/>
                </a:lnTo>
                <a:lnTo>
                  <a:pt x="45720" y="297180"/>
                </a:lnTo>
                <a:lnTo>
                  <a:pt x="34290" y="297180"/>
                </a:lnTo>
                <a:cubicBezTo>
                  <a:pt x="15357" y="297180"/>
                  <a:pt x="0" y="281822"/>
                  <a:pt x="0" y="262890"/>
                </a:cubicBezTo>
                <a:lnTo>
                  <a:pt x="0" y="194310"/>
                </a:lnTo>
                <a:cubicBezTo>
                  <a:pt x="0" y="175378"/>
                  <a:pt x="15357" y="160020"/>
                  <a:pt x="34290" y="160020"/>
                </a:cubicBezTo>
                <a:lnTo>
                  <a:pt x="34290" y="160020"/>
                </a:lnTo>
                <a:moveTo>
                  <a:pt x="422910" y="160020"/>
                </a:moveTo>
                <a:cubicBezTo>
                  <a:pt x="441843" y="160020"/>
                  <a:pt x="457200" y="175378"/>
                  <a:pt x="457200" y="194310"/>
                </a:cubicBezTo>
                <a:lnTo>
                  <a:pt x="457200" y="262890"/>
                </a:lnTo>
                <a:cubicBezTo>
                  <a:pt x="457200" y="281822"/>
                  <a:pt x="441843" y="297180"/>
                  <a:pt x="422910" y="297180"/>
                </a:cubicBezTo>
                <a:lnTo>
                  <a:pt x="411480" y="297180"/>
                </a:lnTo>
                <a:lnTo>
                  <a:pt x="411480" y="160020"/>
                </a:lnTo>
                <a:lnTo>
                  <a:pt x="422910" y="160020"/>
                </a:lnTo>
                <a:moveTo>
                  <a:pt x="148590" y="274320"/>
                </a:moveTo>
                <a:lnTo>
                  <a:pt x="171450" y="274320"/>
                </a:lnTo>
                <a:cubicBezTo>
                  <a:pt x="177737" y="274320"/>
                  <a:pt x="182880" y="279463"/>
                  <a:pt x="182880" y="285750"/>
                </a:cubicBezTo>
                <a:cubicBezTo>
                  <a:pt x="182880" y="292037"/>
                  <a:pt x="177737" y="297180"/>
                  <a:pt x="171450" y="297180"/>
                </a:cubicBezTo>
                <a:lnTo>
                  <a:pt x="148590" y="297180"/>
                </a:lnTo>
                <a:cubicBezTo>
                  <a:pt x="142304" y="297180"/>
                  <a:pt x="137160" y="292037"/>
                  <a:pt x="137160" y="285750"/>
                </a:cubicBezTo>
                <a:cubicBezTo>
                  <a:pt x="137160" y="279463"/>
                  <a:pt x="142304" y="274320"/>
                  <a:pt x="148590" y="274320"/>
                </a:cubicBezTo>
                <a:moveTo>
                  <a:pt x="217170" y="274320"/>
                </a:moveTo>
                <a:lnTo>
                  <a:pt x="240030" y="274320"/>
                </a:lnTo>
                <a:cubicBezTo>
                  <a:pt x="246316" y="274320"/>
                  <a:pt x="251460" y="279463"/>
                  <a:pt x="251460" y="285750"/>
                </a:cubicBezTo>
                <a:cubicBezTo>
                  <a:pt x="251460" y="292037"/>
                  <a:pt x="246316" y="297180"/>
                  <a:pt x="240030" y="297180"/>
                </a:cubicBezTo>
                <a:lnTo>
                  <a:pt x="217170" y="297180"/>
                </a:lnTo>
                <a:cubicBezTo>
                  <a:pt x="210884" y="297180"/>
                  <a:pt x="205740" y="292037"/>
                  <a:pt x="205740" y="285750"/>
                </a:cubicBezTo>
                <a:cubicBezTo>
                  <a:pt x="205740" y="279463"/>
                  <a:pt x="210884" y="274320"/>
                  <a:pt x="217170" y="274320"/>
                </a:cubicBezTo>
                <a:moveTo>
                  <a:pt x="285750" y="274320"/>
                </a:moveTo>
                <a:lnTo>
                  <a:pt x="308610" y="274320"/>
                </a:lnTo>
                <a:cubicBezTo>
                  <a:pt x="314896" y="274320"/>
                  <a:pt x="320040" y="279463"/>
                  <a:pt x="320040" y="285750"/>
                </a:cubicBezTo>
                <a:cubicBezTo>
                  <a:pt x="320040" y="292037"/>
                  <a:pt x="314897" y="297180"/>
                  <a:pt x="308610" y="297180"/>
                </a:cubicBezTo>
                <a:lnTo>
                  <a:pt x="285750" y="297180"/>
                </a:lnTo>
                <a:cubicBezTo>
                  <a:pt x="279464" y="297180"/>
                  <a:pt x="274320" y="292037"/>
                  <a:pt x="274320" y="285750"/>
                </a:cubicBezTo>
                <a:cubicBezTo>
                  <a:pt x="274320" y="279463"/>
                  <a:pt x="279464" y="274320"/>
                  <a:pt x="285750" y="274320"/>
                </a:cubicBezTo>
                <a:moveTo>
                  <a:pt x="142875" y="182880"/>
                </a:moveTo>
                <a:cubicBezTo>
                  <a:pt x="142875" y="167097"/>
                  <a:pt x="155667" y="154307"/>
                  <a:pt x="171450" y="154307"/>
                </a:cubicBezTo>
                <a:cubicBezTo>
                  <a:pt x="187233" y="154307"/>
                  <a:pt x="200025" y="167101"/>
                  <a:pt x="200025" y="182884"/>
                </a:cubicBezTo>
                <a:cubicBezTo>
                  <a:pt x="200025" y="198666"/>
                  <a:pt x="187233" y="211460"/>
                  <a:pt x="171450" y="211460"/>
                </a:cubicBezTo>
                <a:cubicBezTo>
                  <a:pt x="155667" y="211460"/>
                  <a:pt x="142875" y="198666"/>
                  <a:pt x="142875" y="182887"/>
                </a:cubicBezTo>
                <a:lnTo>
                  <a:pt x="142875" y="182880"/>
                </a:lnTo>
                <a:moveTo>
                  <a:pt x="285750" y="154307"/>
                </a:moveTo>
                <a:cubicBezTo>
                  <a:pt x="301533" y="154307"/>
                  <a:pt x="314325" y="167101"/>
                  <a:pt x="314325" y="182884"/>
                </a:cubicBezTo>
                <a:cubicBezTo>
                  <a:pt x="314325" y="198666"/>
                  <a:pt x="301533" y="211460"/>
                  <a:pt x="285750" y="211460"/>
                </a:cubicBezTo>
                <a:cubicBezTo>
                  <a:pt x="269967" y="211460"/>
                  <a:pt x="257175" y="198666"/>
                  <a:pt x="257175" y="182887"/>
                </a:cubicBezTo>
                <a:cubicBezTo>
                  <a:pt x="257175" y="167105"/>
                  <a:pt x="269967" y="154314"/>
                  <a:pt x="285750" y="154314"/>
                </a:cubicBezTo>
                <a:lnTo>
                  <a:pt x="285750" y="15430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89556" y="3608357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187"/>
              </a:spcBef>
              <a:buNone/>
            </a:pPr>
            <a:r>
              <a:rPr lang="en-US" sz="1187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Este enfoque permite verificar que cada función o clase funcione correctamente de forma aislada, facilitando la identificación rápida de fallos.</a:t>
            </a:r>
            <a:endParaRPr lang="en-US" sz="1187"/>
          </a:p>
        </p:txBody>
      </p:sp>
      <p:sp>
        <p:nvSpPr>
          <p:cNvPr id="22" name="Text 20"/>
          <p:cNvSpPr/>
          <p:nvPr/>
        </p:nvSpPr>
        <p:spPr>
          <a:xfrm>
            <a:off x="1289556" y="3146999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198"/>
              </a:spcBef>
              <a:buNone/>
            </a:pPr>
            <a:r>
              <a:rPr lang="en-US" sz="1437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Verificación aislada de funciones</a:t>
            </a:r>
            <a:endParaRPr lang="en-US" sz="1437"/>
          </a:p>
        </p:txBody>
      </p:sp>
      <p:sp>
        <p:nvSpPr>
          <p:cNvPr id="23" name="Text 21"/>
          <p:cNvSpPr/>
          <p:nvPr/>
        </p:nvSpPr>
        <p:spPr>
          <a:xfrm>
            <a:off x="640078" y="3220610"/>
            <a:ext cx="457200" cy="318438"/>
          </a:xfrm>
          <a:custGeom>
            <a:avLst/>
            <a:gdLst/>
            <a:ahLst/>
            <a:cxnLst/>
            <a:rect l="l" t="t" r="r" b="b"/>
            <a:pathLst>
              <a:path w="457200" h="318438">
                <a:moveTo>
                  <a:pt x="450008" y="7193"/>
                </a:moveTo>
                <a:cubicBezTo>
                  <a:pt x="459600" y="16785"/>
                  <a:pt x="459600" y="32293"/>
                  <a:pt x="450008" y="41782"/>
                </a:cubicBezTo>
                <a:lnTo>
                  <a:pt x="180649" y="311245"/>
                </a:lnTo>
                <a:cubicBezTo>
                  <a:pt x="171057" y="320836"/>
                  <a:pt x="155549" y="320836"/>
                  <a:pt x="146062" y="311245"/>
                </a:cubicBezTo>
                <a:lnTo>
                  <a:pt x="7196" y="172482"/>
                </a:lnTo>
                <a:cubicBezTo>
                  <a:pt x="-2396" y="162891"/>
                  <a:pt x="-2396" y="147383"/>
                  <a:pt x="7196" y="137893"/>
                </a:cubicBezTo>
                <a:cubicBezTo>
                  <a:pt x="16788" y="128404"/>
                  <a:pt x="32297" y="128302"/>
                  <a:pt x="41784" y="137893"/>
                </a:cubicBezTo>
                <a:lnTo>
                  <a:pt x="163202" y="259311"/>
                </a:lnTo>
                <a:lnTo>
                  <a:pt x="415320" y="7193"/>
                </a:lnTo>
                <a:cubicBezTo>
                  <a:pt x="424913" y="-2398"/>
                  <a:pt x="440421" y="-2398"/>
                  <a:pt x="449908" y="7193"/>
                </a:cubicBezTo>
                <a:lnTo>
                  <a:pt x="450008" y="719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80302" y="216147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187"/>
              </a:spcBef>
              <a:buNone/>
            </a:pPr>
            <a:r>
              <a:rPr lang="en-US" sz="1187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Las pruebas unitarias evalúan componentes individuales de código para detectar errores en etapas tempranas del desarrollo.</a:t>
            </a:r>
            <a:endParaRPr lang="en-US" sz="1187"/>
          </a:p>
        </p:txBody>
      </p:sp>
      <p:sp>
        <p:nvSpPr>
          <p:cNvPr id="25" name="Text 23"/>
          <p:cNvSpPr/>
          <p:nvPr/>
        </p:nvSpPr>
        <p:spPr>
          <a:xfrm>
            <a:off x="1280302" y="1709543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198"/>
              </a:spcBef>
              <a:buNone/>
            </a:pPr>
            <a:r>
              <a:rPr lang="en-US" sz="1437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Evaluación temprana de errores</a:t>
            </a:r>
            <a:endParaRPr lang="en-US" sz="1437"/>
          </a:p>
        </p:txBody>
      </p:sp>
      <p:sp>
        <p:nvSpPr>
          <p:cNvPr id="26" name="Text 24"/>
          <p:cNvSpPr/>
          <p:nvPr/>
        </p:nvSpPr>
        <p:spPr>
          <a:xfrm>
            <a:off x="640100" y="1682374"/>
            <a:ext cx="457155" cy="457200"/>
          </a:xfrm>
          <a:custGeom>
            <a:avLst/>
            <a:gdLst/>
            <a:ahLst/>
            <a:cxnLst/>
            <a:rect l="l" t="t" r="r" b="b"/>
            <a:pathLst>
              <a:path w="457155" h="457200">
                <a:moveTo>
                  <a:pt x="228578" y="0"/>
                </a:moveTo>
                <a:cubicBezTo>
                  <a:pt x="275902" y="0"/>
                  <a:pt x="314294" y="38396"/>
                  <a:pt x="314294" y="85716"/>
                </a:cubicBezTo>
                <a:lnTo>
                  <a:pt x="314294" y="88930"/>
                </a:lnTo>
                <a:cubicBezTo>
                  <a:pt x="314294" y="102948"/>
                  <a:pt x="302957" y="114286"/>
                  <a:pt x="288936" y="114286"/>
                </a:cubicBezTo>
                <a:lnTo>
                  <a:pt x="168306" y="114286"/>
                </a:lnTo>
                <a:cubicBezTo>
                  <a:pt x="154290" y="114286"/>
                  <a:pt x="142948" y="102948"/>
                  <a:pt x="142948" y="88930"/>
                </a:cubicBezTo>
                <a:lnTo>
                  <a:pt x="142948" y="85716"/>
                </a:lnTo>
                <a:cubicBezTo>
                  <a:pt x="142948" y="38391"/>
                  <a:pt x="181340" y="0"/>
                  <a:pt x="228665" y="0"/>
                </a:cubicBezTo>
                <a:lnTo>
                  <a:pt x="228578" y="0"/>
                </a:lnTo>
                <a:moveTo>
                  <a:pt x="34821" y="91966"/>
                </a:moveTo>
                <a:cubicBezTo>
                  <a:pt x="43215" y="83572"/>
                  <a:pt x="56788" y="83572"/>
                  <a:pt x="65090" y="91966"/>
                </a:cubicBezTo>
                <a:lnTo>
                  <a:pt x="129736" y="156609"/>
                </a:lnTo>
                <a:cubicBezTo>
                  <a:pt x="144022" y="147950"/>
                  <a:pt x="160718" y="142857"/>
                  <a:pt x="178579" y="142857"/>
                </a:cubicBezTo>
                <a:lnTo>
                  <a:pt x="278581" y="142857"/>
                </a:lnTo>
                <a:cubicBezTo>
                  <a:pt x="296438" y="142857"/>
                  <a:pt x="313138" y="147945"/>
                  <a:pt x="327332" y="156696"/>
                </a:cubicBezTo>
                <a:lnTo>
                  <a:pt x="391979" y="91961"/>
                </a:lnTo>
                <a:cubicBezTo>
                  <a:pt x="400372" y="83567"/>
                  <a:pt x="413945" y="83567"/>
                  <a:pt x="422247" y="91961"/>
                </a:cubicBezTo>
                <a:cubicBezTo>
                  <a:pt x="430549" y="100355"/>
                  <a:pt x="430640" y="113925"/>
                  <a:pt x="422247" y="122228"/>
                </a:cubicBezTo>
                <a:lnTo>
                  <a:pt x="357601" y="186871"/>
                </a:lnTo>
                <a:cubicBezTo>
                  <a:pt x="366351" y="201159"/>
                  <a:pt x="371439" y="217856"/>
                  <a:pt x="371439" y="235714"/>
                </a:cubicBezTo>
                <a:lnTo>
                  <a:pt x="435728" y="235714"/>
                </a:lnTo>
                <a:cubicBezTo>
                  <a:pt x="447605" y="235714"/>
                  <a:pt x="457160" y="245270"/>
                  <a:pt x="457160" y="257143"/>
                </a:cubicBezTo>
                <a:cubicBezTo>
                  <a:pt x="457160" y="269016"/>
                  <a:pt x="447605" y="278572"/>
                  <a:pt x="435733" y="278572"/>
                </a:cubicBezTo>
                <a:lnTo>
                  <a:pt x="371448" y="278572"/>
                </a:lnTo>
                <a:lnTo>
                  <a:pt x="371448" y="285713"/>
                </a:lnTo>
                <a:cubicBezTo>
                  <a:pt x="371448" y="310000"/>
                  <a:pt x="365377" y="332855"/>
                  <a:pt x="354661" y="352949"/>
                </a:cubicBezTo>
                <a:lnTo>
                  <a:pt x="422343" y="420542"/>
                </a:lnTo>
                <a:cubicBezTo>
                  <a:pt x="430736" y="428936"/>
                  <a:pt x="430736" y="442506"/>
                  <a:pt x="422343" y="450808"/>
                </a:cubicBezTo>
                <a:cubicBezTo>
                  <a:pt x="413950" y="459111"/>
                  <a:pt x="400377" y="459203"/>
                  <a:pt x="392075" y="450808"/>
                </a:cubicBezTo>
                <a:lnTo>
                  <a:pt x="328768" y="387504"/>
                </a:lnTo>
                <a:cubicBezTo>
                  <a:pt x="302961" y="412952"/>
                  <a:pt x="267605" y="428575"/>
                  <a:pt x="228587" y="428575"/>
                </a:cubicBezTo>
                <a:cubicBezTo>
                  <a:pt x="189569" y="428575"/>
                  <a:pt x="154208" y="412948"/>
                  <a:pt x="128406" y="387591"/>
                </a:cubicBezTo>
                <a:lnTo>
                  <a:pt x="65190" y="450895"/>
                </a:lnTo>
                <a:cubicBezTo>
                  <a:pt x="56797" y="459289"/>
                  <a:pt x="43224" y="459289"/>
                  <a:pt x="34922" y="450895"/>
                </a:cubicBezTo>
                <a:cubicBezTo>
                  <a:pt x="26620" y="442501"/>
                  <a:pt x="26529" y="428931"/>
                  <a:pt x="34922" y="420629"/>
                </a:cubicBezTo>
                <a:lnTo>
                  <a:pt x="102604" y="352949"/>
                </a:lnTo>
                <a:cubicBezTo>
                  <a:pt x="91801" y="332860"/>
                  <a:pt x="85730" y="310000"/>
                  <a:pt x="85730" y="285713"/>
                </a:cubicBezTo>
                <a:lnTo>
                  <a:pt x="85730" y="278572"/>
                </a:lnTo>
                <a:lnTo>
                  <a:pt x="21445" y="278572"/>
                </a:lnTo>
                <a:cubicBezTo>
                  <a:pt x="9568" y="278572"/>
                  <a:pt x="18" y="269016"/>
                  <a:pt x="18" y="257143"/>
                </a:cubicBezTo>
                <a:cubicBezTo>
                  <a:pt x="18" y="245270"/>
                  <a:pt x="9573" y="235714"/>
                  <a:pt x="21450" y="235714"/>
                </a:cubicBezTo>
                <a:lnTo>
                  <a:pt x="85740" y="235714"/>
                </a:lnTo>
                <a:cubicBezTo>
                  <a:pt x="85740" y="217856"/>
                  <a:pt x="90828" y="201159"/>
                  <a:pt x="99578" y="186963"/>
                </a:cubicBezTo>
                <a:lnTo>
                  <a:pt x="34844" y="122319"/>
                </a:lnTo>
                <a:cubicBezTo>
                  <a:pt x="26451" y="113925"/>
                  <a:pt x="26451" y="100355"/>
                  <a:pt x="34844" y="92053"/>
                </a:cubicBezTo>
                <a:lnTo>
                  <a:pt x="34821" y="91966"/>
                </a:lnTo>
                <a:moveTo>
                  <a:pt x="128575" y="235719"/>
                </a:moveTo>
                <a:lnTo>
                  <a:pt x="128575" y="285718"/>
                </a:lnTo>
                <a:cubicBezTo>
                  <a:pt x="128575" y="333578"/>
                  <a:pt x="162235" y="373578"/>
                  <a:pt x="207151" y="383399"/>
                </a:cubicBezTo>
                <a:lnTo>
                  <a:pt x="207151" y="250002"/>
                </a:lnTo>
                <a:cubicBezTo>
                  <a:pt x="207151" y="238128"/>
                  <a:pt x="216705" y="228573"/>
                  <a:pt x="228582" y="228573"/>
                </a:cubicBezTo>
                <a:cubicBezTo>
                  <a:pt x="240459" y="228573"/>
                  <a:pt x="250014" y="238128"/>
                  <a:pt x="250014" y="250002"/>
                </a:cubicBezTo>
                <a:lnTo>
                  <a:pt x="250014" y="383399"/>
                </a:lnTo>
                <a:cubicBezTo>
                  <a:pt x="294925" y="373578"/>
                  <a:pt x="328589" y="333578"/>
                  <a:pt x="328589" y="285718"/>
                </a:cubicBezTo>
                <a:lnTo>
                  <a:pt x="328589" y="235719"/>
                </a:lnTo>
                <a:cubicBezTo>
                  <a:pt x="328589" y="208127"/>
                  <a:pt x="306180" y="185719"/>
                  <a:pt x="278590" y="185719"/>
                </a:cubicBezTo>
                <a:lnTo>
                  <a:pt x="178588" y="185719"/>
                </a:lnTo>
                <a:cubicBezTo>
                  <a:pt x="150998" y="185719"/>
                  <a:pt x="128589" y="208131"/>
                  <a:pt x="128589" y="235719"/>
                </a:cubicBezTo>
                <a:lnTo>
                  <a:pt x="128575" y="23571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21191" y="2390407"/>
            <a:ext cx="2999232" cy="2539669"/>
          </a:xfrm>
          <a:custGeom>
            <a:avLst/>
            <a:gdLst/>
            <a:ahLst/>
            <a:cxnLst/>
            <a:rect l="l" t="t" r="r" b="b"/>
            <a:pathLst>
              <a:path w="2999232" h="2539669">
                <a:moveTo>
                  <a:pt x="0" y="0"/>
                </a:moveTo>
                <a:lnTo>
                  <a:pt x="2749816" y="0"/>
                </a:lnTo>
                <a:lnTo>
                  <a:pt x="2999232" y="1269835"/>
                </a:lnTo>
                <a:lnTo>
                  <a:pt x="2749816" y="2539669"/>
                </a:lnTo>
                <a:lnTo>
                  <a:pt x="0" y="2539669"/>
                </a:lnTo>
                <a:lnTo>
                  <a:pt x="249416" y="126983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369977" y="2390407"/>
            <a:ext cx="2999232" cy="2539669"/>
          </a:xfrm>
          <a:custGeom>
            <a:avLst/>
            <a:gdLst/>
            <a:ahLst/>
            <a:cxnLst/>
            <a:rect l="l" t="t" r="r" b="b"/>
            <a:pathLst>
              <a:path w="2999232" h="2539669">
                <a:moveTo>
                  <a:pt x="0" y="0"/>
                </a:moveTo>
                <a:lnTo>
                  <a:pt x="2749816" y="0"/>
                </a:lnTo>
                <a:lnTo>
                  <a:pt x="2999232" y="1269835"/>
                </a:lnTo>
                <a:lnTo>
                  <a:pt x="2749816" y="2539669"/>
                </a:lnTo>
                <a:lnTo>
                  <a:pt x="0" y="2539669"/>
                </a:lnTo>
                <a:lnTo>
                  <a:pt x="249416" y="126983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3577" y="2390407"/>
            <a:ext cx="2999232" cy="2539669"/>
          </a:xfrm>
          <a:custGeom>
            <a:avLst/>
            <a:gdLst/>
            <a:ahLst/>
            <a:cxnLst/>
            <a:rect l="l" t="t" r="r" b="b"/>
            <a:pathLst>
              <a:path w="2999232" h="2539669">
                <a:moveTo>
                  <a:pt x="0" y="0"/>
                </a:moveTo>
                <a:lnTo>
                  <a:pt x="2749816" y="0"/>
                </a:lnTo>
                <a:lnTo>
                  <a:pt x="2999232" y="1269835"/>
                </a:lnTo>
                <a:lnTo>
                  <a:pt x="2749816" y="2539669"/>
                </a:lnTo>
                <a:lnTo>
                  <a:pt x="0" y="2539669"/>
                </a:lnTo>
                <a:lnTo>
                  <a:pt x="249416" y="1269835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6925" y="2390407"/>
            <a:ext cx="2999232" cy="2539669"/>
          </a:xfrm>
          <a:custGeom>
            <a:avLst/>
            <a:gdLst/>
            <a:ahLst/>
            <a:cxnLst/>
            <a:rect l="l" t="t" r="r" b="b"/>
            <a:pathLst>
              <a:path w="2999232" h="2539669">
                <a:moveTo>
                  <a:pt x="0" y="0"/>
                </a:moveTo>
                <a:lnTo>
                  <a:pt x="2749816" y="0"/>
                </a:lnTo>
                <a:lnTo>
                  <a:pt x="2999232" y="1269835"/>
                </a:lnTo>
                <a:lnTo>
                  <a:pt x="2749816" y="2539669"/>
                </a:lnTo>
                <a:lnTo>
                  <a:pt x="0" y="2539669"/>
                </a:lnTo>
                <a:lnTo>
                  <a:pt x="249416" y="1269835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Documentación de incidencias - Registro y gestión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/>
              </a:rPr>
              <a:t>22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3577" y="3248813"/>
            <a:ext cx="822960" cy="822857"/>
          </a:xfrm>
          <a:custGeom>
            <a:avLst/>
            <a:gdLst/>
            <a:ahLst/>
            <a:cxnLst/>
            <a:rect l="l" t="t" r="r" b="b"/>
            <a:pathLst>
              <a:path w="822960" h="822857">
                <a:moveTo>
                  <a:pt x="822960" y="411428"/>
                </a:moveTo>
                <a:cubicBezTo>
                  <a:pt x="822960" y="638652"/>
                  <a:pt x="638732" y="822857"/>
                  <a:pt x="411480" y="822857"/>
                </a:cubicBezTo>
                <a:cubicBezTo>
                  <a:pt x="184228" y="822857"/>
                  <a:pt x="0" y="638652"/>
                  <a:pt x="0" y="411428"/>
                </a:cubicBezTo>
                <a:cubicBezTo>
                  <a:pt x="0" y="184205"/>
                  <a:pt x="184228" y="0"/>
                  <a:pt x="411480" y="0"/>
                </a:cubicBezTo>
                <a:cubicBezTo>
                  <a:pt x="638732" y="0"/>
                  <a:pt x="822960" y="184205"/>
                  <a:pt x="822960" y="411428"/>
                </a:cubicBezTo>
              </a:path>
            </a:pathLst>
          </a:custGeom>
          <a:solidFill>
            <a:srgbClr val="FFFFFF"/>
          </a:solidFill>
          <a:ln w="50800">
            <a:solidFill>
              <a:srgbClr val="0C53B7"/>
            </a:solidFill>
          </a:ln>
          <a:effectLst>
            <a:outerShdw blurRad="2000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9977" y="3248813"/>
            <a:ext cx="822960" cy="822857"/>
          </a:xfrm>
          <a:custGeom>
            <a:avLst/>
            <a:gdLst/>
            <a:ahLst/>
            <a:cxnLst/>
            <a:rect l="l" t="t" r="r" b="b"/>
            <a:pathLst>
              <a:path w="822960" h="822857">
                <a:moveTo>
                  <a:pt x="822960" y="411428"/>
                </a:moveTo>
                <a:cubicBezTo>
                  <a:pt x="822960" y="638652"/>
                  <a:pt x="638732" y="822857"/>
                  <a:pt x="411480" y="822857"/>
                </a:cubicBezTo>
                <a:cubicBezTo>
                  <a:pt x="184228" y="822857"/>
                  <a:pt x="0" y="638652"/>
                  <a:pt x="0" y="411428"/>
                </a:cubicBezTo>
                <a:cubicBezTo>
                  <a:pt x="0" y="184205"/>
                  <a:pt x="184228" y="0"/>
                  <a:pt x="411480" y="0"/>
                </a:cubicBezTo>
                <a:cubicBezTo>
                  <a:pt x="638732" y="0"/>
                  <a:pt x="822960" y="184205"/>
                  <a:pt x="822960" y="411428"/>
                </a:cubicBezTo>
              </a:path>
            </a:pathLst>
          </a:custGeom>
          <a:solidFill>
            <a:srgbClr val="FFFFFF"/>
          </a:solidFill>
          <a:ln w="50800">
            <a:solidFill>
              <a:srgbClr val="1570EF"/>
            </a:solidFill>
          </a:ln>
          <a:effectLst>
            <a:outerShdw blurRad="2000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6925" y="3248813"/>
            <a:ext cx="822960" cy="822857"/>
          </a:xfrm>
          <a:custGeom>
            <a:avLst/>
            <a:gdLst/>
            <a:ahLst/>
            <a:cxnLst/>
            <a:rect l="l" t="t" r="r" b="b"/>
            <a:pathLst>
              <a:path w="822960" h="822857">
                <a:moveTo>
                  <a:pt x="822960" y="411428"/>
                </a:moveTo>
                <a:cubicBezTo>
                  <a:pt x="822960" y="638652"/>
                  <a:pt x="638732" y="822857"/>
                  <a:pt x="411480" y="822857"/>
                </a:cubicBezTo>
                <a:cubicBezTo>
                  <a:pt x="184228" y="822857"/>
                  <a:pt x="0" y="638652"/>
                  <a:pt x="0" y="411428"/>
                </a:cubicBezTo>
                <a:cubicBezTo>
                  <a:pt x="0" y="184205"/>
                  <a:pt x="184228" y="0"/>
                  <a:pt x="411480" y="0"/>
                </a:cubicBezTo>
                <a:cubicBezTo>
                  <a:pt x="638732" y="0"/>
                  <a:pt x="822960" y="184205"/>
                  <a:pt x="822960" y="411428"/>
                </a:cubicBezTo>
              </a:path>
            </a:pathLst>
          </a:custGeom>
          <a:solidFill>
            <a:srgbClr val="FFFFFF"/>
          </a:solidFill>
          <a:ln w="50800">
            <a:solidFill>
              <a:srgbClr val="0C53B7"/>
            </a:solidFill>
          </a:ln>
          <a:effectLst>
            <a:outerShdw blurRad="2000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21191" y="3248813"/>
            <a:ext cx="822960" cy="822857"/>
          </a:xfrm>
          <a:custGeom>
            <a:avLst/>
            <a:gdLst/>
            <a:ahLst/>
            <a:cxnLst/>
            <a:rect l="l" t="t" r="r" b="b"/>
            <a:pathLst>
              <a:path w="822960" h="822857">
                <a:moveTo>
                  <a:pt x="822960" y="411428"/>
                </a:moveTo>
                <a:cubicBezTo>
                  <a:pt x="822960" y="638652"/>
                  <a:pt x="638732" y="822857"/>
                  <a:pt x="411480" y="822857"/>
                </a:cubicBezTo>
                <a:cubicBezTo>
                  <a:pt x="184228" y="822857"/>
                  <a:pt x="0" y="638652"/>
                  <a:pt x="0" y="411428"/>
                </a:cubicBezTo>
                <a:cubicBezTo>
                  <a:pt x="0" y="184205"/>
                  <a:pt x="184228" y="0"/>
                  <a:pt x="411480" y="0"/>
                </a:cubicBezTo>
                <a:cubicBezTo>
                  <a:pt x="638732" y="0"/>
                  <a:pt x="822960" y="184205"/>
                  <a:pt x="822960" y="411428"/>
                </a:cubicBezTo>
              </a:path>
            </a:pathLst>
          </a:custGeom>
          <a:solidFill>
            <a:srgbClr val="FFFFFF"/>
          </a:solidFill>
          <a:ln w="50800">
            <a:solidFill>
              <a:srgbClr val="0C53B7"/>
            </a:solidFill>
          </a:ln>
          <a:effectLst>
            <a:outerShdw blurRad="2000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50274" y="3248813"/>
            <a:ext cx="1547347" cy="1325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989"/>
              </a:spcAft>
              <a:buNone/>
            </a:pPr>
            <a:r>
              <a:rPr lang="en-US" sz="989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 integración con sistemas de control de versiones amplía el control sobre cambios vinculados a incidencias, facilitando una trazabilidad completa y eficaz.</a:t>
            </a:r>
            <a:endParaRPr lang="en-US" sz="989"/>
          </a:p>
        </p:txBody>
      </p:sp>
      <p:sp>
        <p:nvSpPr>
          <p:cNvPr id="17" name="Text 15"/>
          <p:cNvSpPr/>
          <p:nvPr/>
        </p:nvSpPr>
        <p:spPr>
          <a:xfrm>
            <a:off x="9450274" y="2745608"/>
            <a:ext cx="1554480" cy="411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9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Integración con sistemas de control de versiones</a:t>
            </a:r>
            <a:endParaRPr lang="en-US" sz="989"/>
          </a:p>
        </p:txBody>
      </p:sp>
      <p:sp>
        <p:nvSpPr>
          <p:cNvPr id="18" name="Text 16"/>
          <p:cNvSpPr/>
          <p:nvPr/>
        </p:nvSpPr>
        <p:spPr>
          <a:xfrm>
            <a:off x="8749791" y="3568801"/>
            <a:ext cx="365760" cy="182880"/>
          </a:xfrm>
          <a:custGeom>
            <a:avLst/>
            <a:gdLst/>
            <a:ahLst/>
            <a:cxnLst/>
            <a:rect l="l" t="t" r="r" b="b"/>
            <a:pathLst>
              <a:path w="365760" h="182880">
                <a:moveTo>
                  <a:pt x="182880" y="155448"/>
                </a:moveTo>
                <a:cubicBezTo>
                  <a:pt x="218231" y="155448"/>
                  <a:pt x="246888" y="126791"/>
                  <a:pt x="246888" y="91440"/>
                </a:cubicBezTo>
                <a:cubicBezTo>
                  <a:pt x="246888" y="56089"/>
                  <a:pt x="218231" y="27432"/>
                  <a:pt x="182880" y="27432"/>
                </a:cubicBezTo>
                <a:cubicBezTo>
                  <a:pt x="147529" y="27432"/>
                  <a:pt x="118872" y="56089"/>
                  <a:pt x="118872" y="91440"/>
                </a:cubicBezTo>
                <a:cubicBezTo>
                  <a:pt x="118872" y="126791"/>
                  <a:pt x="147529" y="155448"/>
                  <a:pt x="182880" y="155448"/>
                </a:cubicBezTo>
                <a:moveTo>
                  <a:pt x="273292" y="105156"/>
                </a:moveTo>
                <a:cubicBezTo>
                  <a:pt x="266661" y="149161"/>
                  <a:pt x="228717" y="182880"/>
                  <a:pt x="182880" y="182880"/>
                </a:cubicBezTo>
                <a:cubicBezTo>
                  <a:pt x="137047" y="182880"/>
                  <a:pt x="99099" y="149162"/>
                  <a:pt x="92468" y="105156"/>
                </a:cubicBezTo>
                <a:lnTo>
                  <a:pt x="13716" y="105156"/>
                </a:lnTo>
                <a:cubicBezTo>
                  <a:pt x="6116" y="105156"/>
                  <a:pt x="0" y="99040"/>
                  <a:pt x="0" y="91440"/>
                </a:cubicBezTo>
                <a:cubicBezTo>
                  <a:pt x="0" y="83840"/>
                  <a:pt x="6116" y="77724"/>
                  <a:pt x="13716" y="77724"/>
                </a:cubicBezTo>
                <a:lnTo>
                  <a:pt x="92468" y="77724"/>
                </a:lnTo>
                <a:cubicBezTo>
                  <a:pt x="99095" y="33718"/>
                  <a:pt x="137047" y="0"/>
                  <a:pt x="182880" y="0"/>
                </a:cubicBezTo>
                <a:cubicBezTo>
                  <a:pt x="228713" y="0"/>
                  <a:pt x="266661" y="33719"/>
                  <a:pt x="273292" y="77724"/>
                </a:cubicBezTo>
                <a:lnTo>
                  <a:pt x="352044" y="77724"/>
                </a:lnTo>
                <a:cubicBezTo>
                  <a:pt x="359644" y="77724"/>
                  <a:pt x="365760" y="83840"/>
                  <a:pt x="365760" y="91440"/>
                </a:cubicBezTo>
                <a:cubicBezTo>
                  <a:pt x="365760" y="99040"/>
                  <a:pt x="359644" y="105156"/>
                  <a:pt x="352044" y="105156"/>
                </a:cubicBezTo>
                <a:lnTo>
                  <a:pt x="273292" y="10515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01527" y="3248813"/>
            <a:ext cx="1547347" cy="1325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989"/>
              </a:spcAft>
              <a:buNone/>
            </a:pPr>
            <a:r>
              <a:rPr lang="en-US" sz="989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El seguimiento sistemático mejora la comunicación y asegura que los problemas se resuelvan oportunamente, evitando retrasos en el desarrollo.</a:t>
            </a:r>
            <a:endParaRPr lang="en-US" sz="989"/>
          </a:p>
        </p:txBody>
      </p:sp>
      <p:sp>
        <p:nvSpPr>
          <p:cNvPr id="20" name="Text 18"/>
          <p:cNvSpPr/>
          <p:nvPr/>
        </p:nvSpPr>
        <p:spPr>
          <a:xfrm>
            <a:off x="6901527" y="2745608"/>
            <a:ext cx="1554480" cy="411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9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Seguimiento y comunicación</a:t>
            </a:r>
            <a:endParaRPr lang="en-US" sz="989"/>
          </a:p>
        </p:txBody>
      </p:sp>
      <p:sp>
        <p:nvSpPr>
          <p:cNvPr id="21" name="Text 19"/>
          <p:cNvSpPr/>
          <p:nvPr/>
        </p:nvSpPr>
        <p:spPr>
          <a:xfrm>
            <a:off x="6175525" y="3518001"/>
            <a:ext cx="365760" cy="284480"/>
          </a:xfrm>
          <a:custGeom>
            <a:avLst/>
            <a:gdLst/>
            <a:ahLst/>
            <a:cxnLst/>
            <a:rect l="l" t="t" r="r" b="b"/>
            <a:pathLst>
              <a:path w="365760" h="284480">
                <a:moveTo>
                  <a:pt x="350519" y="0"/>
                </a:moveTo>
                <a:cubicBezTo>
                  <a:pt x="342073" y="0"/>
                  <a:pt x="335278" y="6793"/>
                  <a:pt x="335278" y="15240"/>
                </a:cubicBezTo>
                <a:lnTo>
                  <a:pt x="335278" y="18858"/>
                </a:lnTo>
                <a:lnTo>
                  <a:pt x="30479" y="101980"/>
                </a:lnTo>
                <a:lnTo>
                  <a:pt x="30479" y="96518"/>
                </a:lnTo>
                <a:cubicBezTo>
                  <a:pt x="30479" y="88072"/>
                  <a:pt x="23683" y="81279"/>
                  <a:pt x="15238" y="81279"/>
                </a:cubicBezTo>
                <a:cubicBezTo>
                  <a:pt x="6792" y="81279"/>
                  <a:pt x="-4" y="88072"/>
                  <a:pt x="-4" y="96518"/>
                </a:cubicBezTo>
                <a:lnTo>
                  <a:pt x="-4" y="110299"/>
                </a:lnTo>
                <a:lnTo>
                  <a:pt x="-4" y="121920"/>
                </a:lnTo>
                <a:lnTo>
                  <a:pt x="-4" y="162560"/>
                </a:lnTo>
                <a:lnTo>
                  <a:pt x="-4" y="174181"/>
                </a:lnTo>
                <a:lnTo>
                  <a:pt x="-4" y="187961"/>
                </a:lnTo>
                <a:cubicBezTo>
                  <a:pt x="-4" y="196408"/>
                  <a:pt x="6792" y="203201"/>
                  <a:pt x="15238" y="203201"/>
                </a:cubicBezTo>
                <a:cubicBezTo>
                  <a:pt x="23683" y="203201"/>
                  <a:pt x="30479" y="196408"/>
                  <a:pt x="30479" y="187961"/>
                </a:cubicBezTo>
                <a:lnTo>
                  <a:pt x="30479" y="182499"/>
                </a:lnTo>
                <a:lnTo>
                  <a:pt x="105156" y="202882"/>
                </a:lnTo>
                <a:cubicBezTo>
                  <a:pt x="102870" y="209360"/>
                  <a:pt x="101601" y="216282"/>
                  <a:pt x="101601" y="223519"/>
                </a:cubicBezTo>
                <a:cubicBezTo>
                  <a:pt x="101601" y="257173"/>
                  <a:pt x="128905" y="284480"/>
                  <a:pt x="162562" y="284480"/>
                </a:cubicBezTo>
                <a:cubicBezTo>
                  <a:pt x="192342" y="284480"/>
                  <a:pt x="217174" y="263144"/>
                  <a:pt x="222444" y="234887"/>
                </a:cubicBezTo>
                <a:lnTo>
                  <a:pt x="335285" y="265622"/>
                </a:lnTo>
                <a:lnTo>
                  <a:pt x="335285" y="269240"/>
                </a:lnTo>
                <a:cubicBezTo>
                  <a:pt x="335285" y="277686"/>
                  <a:pt x="342081" y="284480"/>
                  <a:pt x="350526" y="284480"/>
                </a:cubicBezTo>
                <a:cubicBezTo>
                  <a:pt x="358972" y="284480"/>
                  <a:pt x="365767" y="277686"/>
                  <a:pt x="365767" y="269240"/>
                </a:cubicBezTo>
                <a:lnTo>
                  <a:pt x="365767" y="254001"/>
                </a:lnTo>
                <a:lnTo>
                  <a:pt x="365767" y="30482"/>
                </a:lnTo>
                <a:lnTo>
                  <a:pt x="365767" y="15242"/>
                </a:lnTo>
                <a:cubicBezTo>
                  <a:pt x="365767" y="6796"/>
                  <a:pt x="358972" y="3"/>
                  <a:pt x="350526" y="3"/>
                </a:cubicBezTo>
                <a:lnTo>
                  <a:pt x="350519" y="0"/>
                </a:lnTo>
                <a:moveTo>
                  <a:pt x="335281" y="234062"/>
                </a:moveTo>
                <a:lnTo>
                  <a:pt x="30482" y="150939"/>
                </a:lnTo>
                <a:lnTo>
                  <a:pt x="30482" y="133603"/>
                </a:lnTo>
                <a:lnTo>
                  <a:pt x="335281" y="50418"/>
                </a:lnTo>
                <a:lnTo>
                  <a:pt x="335281" y="234062"/>
                </a:lnTo>
                <a:moveTo>
                  <a:pt x="132080" y="223519"/>
                </a:moveTo>
                <a:cubicBezTo>
                  <a:pt x="132080" y="219010"/>
                  <a:pt x="133031" y="214757"/>
                  <a:pt x="134812" y="210945"/>
                </a:cubicBezTo>
                <a:lnTo>
                  <a:pt x="192913" y="226756"/>
                </a:lnTo>
                <a:cubicBezTo>
                  <a:pt x="191263" y="242058"/>
                  <a:pt x="178308" y="253935"/>
                  <a:pt x="162624" y="253935"/>
                </a:cubicBezTo>
                <a:cubicBezTo>
                  <a:pt x="145796" y="253935"/>
                  <a:pt x="132145" y="240283"/>
                  <a:pt x="132145" y="223456"/>
                </a:cubicBezTo>
                <a:lnTo>
                  <a:pt x="132080" y="22351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35127" y="3248813"/>
            <a:ext cx="1547347" cy="1325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989"/>
              </a:spcAft>
              <a:buNone/>
            </a:pPr>
            <a:r>
              <a:rPr lang="en-US" sz="989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Estas plataformas permiten documentar incidencias con detalles precisos, categorizar y priorizar errores, y asignar responsabilidades claras dentro del equipo.</a:t>
            </a:r>
            <a:endParaRPr lang="en-US" sz="989"/>
          </a:p>
        </p:txBody>
      </p:sp>
      <p:sp>
        <p:nvSpPr>
          <p:cNvPr id="23" name="Text 21"/>
          <p:cNvSpPr/>
          <p:nvPr/>
        </p:nvSpPr>
        <p:spPr>
          <a:xfrm>
            <a:off x="4335127" y="2745608"/>
            <a:ext cx="1554480" cy="411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9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Documentación y clasificación de incidencias</a:t>
            </a:r>
            <a:endParaRPr lang="en-US" sz="989"/>
          </a:p>
        </p:txBody>
      </p:sp>
      <p:sp>
        <p:nvSpPr>
          <p:cNvPr id="24" name="Text 22"/>
          <p:cNvSpPr/>
          <p:nvPr/>
        </p:nvSpPr>
        <p:spPr>
          <a:xfrm>
            <a:off x="3644297" y="3477361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00026" y="45720"/>
                </a:moveTo>
                <a:lnTo>
                  <a:pt x="228602" y="45720"/>
                </a:lnTo>
                <a:cubicBezTo>
                  <a:pt x="253820" y="45720"/>
                  <a:pt x="274323" y="66221"/>
                  <a:pt x="274323" y="91440"/>
                </a:cubicBezTo>
                <a:lnTo>
                  <a:pt x="274323" y="320040"/>
                </a:lnTo>
                <a:cubicBezTo>
                  <a:pt x="274323" y="345259"/>
                  <a:pt x="253820" y="365760"/>
                  <a:pt x="228602" y="365760"/>
                </a:cubicBezTo>
                <a:lnTo>
                  <a:pt x="45721" y="365760"/>
                </a:lnTo>
                <a:cubicBezTo>
                  <a:pt x="20503" y="365760"/>
                  <a:pt x="0" y="345259"/>
                  <a:pt x="0" y="320040"/>
                </a:cubicBezTo>
                <a:lnTo>
                  <a:pt x="0" y="91440"/>
                </a:lnTo>
                <a:cubicBezTo>
                  <a:pt x="0" y="66221"/>
                  <a:pt x="20503" y="45720"/>
                  <a:pt x="45721" y="45720"/>
                </a:cubicBezTo>
                <a:lnTo>
                  <a:pt x="74297" y="45720"/>
                </a:lnTo>
                <a:lnTo>
                  <a:pt x="81155" y="45720"/>
                </a:lnTo>
                <a:cubicBezTo>
                  <a:pt x="86441" y="19645"/>
                  <a:pt x="109517" y="0"/>
                  <a:pt x="137163" y="0"/>
                </a:cubicBezTo>
                <a:cubicBezTo>
                  <a:pt x="164809" y="0"/>
                  <a:pt x="187885" y="19645"/>
                  <a:pt x="193171" y="45720"/>
                </a:cubicBezTo>
                <a:lnTo>
                  <a:pt x="200026" y="45720"/>
                </a:lnTo>
                <a:moveTo>
                  <a:pt x="45721" y="80010"/>
                </a:moveTo>
                <a:cubicBezTo>
                  <a:pt x="39434" y="80010"/>
                  <a:pt x="34290" y="85153"/>
                  <a:pt x="34290" y="91440"/>
                </a:cubicBezTo>
                <a:lnTo>
                  <a:pt x="34290" y="320040"/>
                </a:lnTo>
                <a:cubicBezTo>
                  <a:pt x="34290" y="326327"/>
                  <a:pt x="39434" y="331470"/>
                  <a:pt x="45721" y="331470"/>
                </a:cubicBezTo>
                <a:lnTo>
                  <a:pt x="228602" y="331470"/>
                </a:lnTo>
                <a:cubicBezTo>
                  <a:pt x="234889" y="331470"/>
                  <a:pt x="240033" y="326327"/>
                  <a:pt x="240033" y="320040"/>
                </a:cubicBezTo>
                <a:lnTo>
                  <a:pt x="240033" y="91440"/>
                </a:lnTo>
                <a:cubicBezTo>
                  <a:pt x="240033" y="85153"/>
                  <a:pt x="234889" y="80010"/>
                  <a:pt x="228602" y="80010"/>
                </a:cubicBezTo>
                <a:lnTo>
                  <a:pt x="217171" y="80010"/>
                </a:lnTo>
                <a:lnTo>
                  <a:pt x="217171" y="97157"/>
                </a:lnTo>
                <a:cubicBezTo>
                  <a:pt x="217171" y="106659"/>
                  <a:pt x="209528" y="114304"/>
                  <a:pt x="200026" y="114304"/>
                </a:cubicBezTo>
                <a:lnTo>
                  <a:pt x="137160" y="114304"/>
                </a:lnTo>
                <a:lnTo>
                  <a:pt x="74294" y="114304"/>
                </a:lnTo>
                <a:cubicBezTo>
                  <a:pt x="64792" y="114304"/>
                  <a:pt x="57149" y="106659"/>
                  <a:pt x="57149" y="97160"/>
                </a:cubicBezTo>
                <a:lnTo>
                  <a:pt x="57149" y="80017"/>
                </a:lnTo>
                <a:lnTo>
                  <a:pt x="45721" y="80010"/>
                </a:lnTo>
                <a:moveTo>
                  <a:pt x="137160" y="74297"/>
                </a:moveTo>
                <a:cubicBezTo>
                  <a:pt x="146630" y="74297"/>
                  <a:pt x="154305" y="66619"/>
                  <a:pt x="154305" y="57154"/>
                </a:cubicBezTo>
                <a:cubicBezTo>
                  <a:pt x="154305" y="47684"/>
                  <a:pt x="146630" y="40010"/>
                  <a:pt x="137160" y="40010"/>
                </a:cubicBezTo>
                <a:cubicBezTo>
                  <a:pt x="127690" y="40010"/>
                  <a:pt x="120015" y="47688"/>
                  <a:pt x="120015" y="57157"/>
                </a:cubicBezTo>
                <a:cubicBezTo>
                  <a:pt x="120015" y="66627"/>
                  <a:pt x="127690" y="74304"/>
                  <a:pt x="137160" y="74304"/>
                </a:cubicBezTo>
                <a:lnTo>
                  <a:pt x="137160" y="742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28508" y="3248813"/>
            <a:ext cx="1547347" cy="1325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989"/>
              </a:spcAft>
              <a:buNone/>
            </a:pPr>
            <a:r>
              <a:rPr lang="en-US" sz="989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Para garantizar una gestión eficaz de errores, se utilizan herramientas como Jira, Bugzilla y Mantis, fundamentales en el ciclo de vida del software.</a:t>
            </a:r>
            <a:endParaRPr lang="en-US" sz="989"/>
          </a:p>
        </p:txBody>
      </p:sp>
      <p:sp>
        <p:nvSpPr>
          <p:cNvPr id="26" name="Text 24"/>
          <p:cNvSpPr/>
          <p:nvPr/>
        </p:nvSpPr>
        <p:spPr>
          <a:xfrm>
            <a:off x="1728508" y="2745608"/>
            <a:ext cx="1554480" cy="411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9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Uso de herramientas especializadas</a:t>
            </a:r>
            <a:endParaRPr lang="en-US" sz="989"/>
          </a:p>
        </p:txBody>
      </p:sp>
      <p:sp>
        <p:nvSpPr>
          <p:cNvPr id="27" name="Text 25"/>
          <p:cNvSpPr/>
          <p:nvPr/>
        </p:nvSpPr>
        <p:spPr>
          <a:xfrm>
            <a:off x="1032195" y="3477361"/>
            <a:ext cx="365724" cy="365760"/>
          </a:xfrm>
          <a:custGeom>
            <a:avLst/>
            <a:gdLst/>
            <a:ahLst/>
            <a:cxnLst/>
            <a:rect l="l" t="t" r="r" b="b"/>
            <a:pathLst>
              <a:path w="365724" h="365760">
                <a:moveTo>
                  <a:pt x="182862" y="0"/>
                </a:moveTo>
                <a:cubicBezTo>
                  <a:pt x="220722" y="0"/>
                  <a:pt x="251436" y="30717"/>
                  <a:pt x="251436" y="68573"/>
                </a:cubicBezTo>
                <a:lnTo>
                  <a:pt x="251436" y="71144"/>
                </a:lnTo>
                <a:cubicBezTo>
                  <a:pt x="251436" y="82358"/>
                  <a:pt x="242366" y="91429"/>
                  <a:pt x="231149" y="91429"/>
                </a:cubicBezTo>
                <a:lnTo>
                  <a:pt x="134645" y="91429"/>
                </a:lnTo>
                <a:cubicBezTo>
                  <a:pt x="123432" y="91429"/>
                  <a:pt x="114358" y="82358"/>
                  <a:pt x="114358" y="71144"/>
                </a:cubicBezTo>
                <a:lnTo>
                  <a:pt x="114358" y="68573"/>
                </a:lnTo>
                <a:cubicBezTo>
                  <a:pt x="114358" y="30713"/>
                  <a:pt x="145072" y="0"/>
                  <a:pt x="182932" y="0"/>
                </a:cubicBezTo>
                <a:lnTo>
                  <a:pt x="182862" y="0"/>
                </a:lnTo>
                <a:moveTo>
                  <a:pt x="27857" y="73573"/>
                </a:moveTo>
                <a:cubicBezTo>
                  <a:pt x="34572" y="66857"/>
                  <a:pt x="45430" y="66857"/>
                  <a:pt x="52072" y="73573"/>
                </a:cubicBezTo>
                <a:lnTo>
                  <a:pt x="103789" y="125287"/>
                </a:lnTo>
                <a:cubicBezTo>
                  <a:pt x="115218" y="118360"/>
                  <a:pt x="128574" y="114285"/>
                  <a:pt x="142863" y="114285"/>
                </a:cubicBezTo>
                <a:lnTo>
                  <a:pt x="222865" y="114285"/>
                </a:lnTo>
                <a:cubicBezTo>
                  <a:pt x="237150" y="114285"/>
                  <a:pt x="250510" y="118356"/>
                  <a:pt x="261866" y="125357"/>
                </a:cubicBezTo>
                <a:lnTo>
                  <a:pt x="313583" y="73569"/>
                </a:lnTo>
                <a:cubicBezTo>
                  <a:pt x="320298" y="66854"/>
                  <a:pt x="331156" y="66854"/>
                  <a:pt x="337798" y="73569"/>
                </a:cubicBezTo>
                <a:cubicBezTo>
                  <a:pt x="344439" y="80284"/>
                  <a:pt x="344512" y="91140"/>
                  <a:pt x="337798" y="97782"/>
                </a:cubicBezTo>
                <a:lnTo>
                  <a:pt x="286081" y="149497"/>
                </a:lnTo>
                <a:cubicBezTo>
                  <a:pt x="293081" y="160927"/>
                  <a:pt x="297151" y="174285"/>
                  <a:pt x="297151" y="188571"/>
                </a:cubicBezTo>
                <a:lnTo>
                  <a:pt x="348583" y="188571"/>
                </a:lnTo>
                <a:cubicBezTo>
                  <a:pt x="358084" y="188571"/>
                  <a:pt x="365728" y="196216"/>
                  <a:pt x="365728" y="205714"/>
                </a:cubicBezTo>
                <a:cubicBezTo>
                  <a:pt x="365728" y="215213"/>
                  <a:pt x="358084" y="222858"/>
                  <a:pt x="348587" y="222858"/>
                </a:cubicBezTo>
                <a:lnTo>
                  <a:pt x="297158" y="222858"/>
                </a:lnTo>
                <a:lnTo>
                  <a:pt x="297158" y="228571"/>
                </a:lnTo>
                <a:cubicBezTo>
                  <a:pt x="297158" y="248000"/>
                  <a:pt x="292302" y="266284"/>
                  <a:pt x="283729" y="282359"/>
                </a:cubicBezTo>
                <a:lnTo>
                  <a:pt x="337874" y="336433"/>
                </a:lnTo>
                <a:cubicBezTo>
                  <a:pt x="344589" y="343149"/>
                  <a:pt x="344589" y="354005"/>
                  <a:pt x="337874" y="360647"/>
                </a:cubicBezTo>
                <a:cubicBezTo>
                  <a:pt x="331160" y="367289"/>
                  <a:pt x="320301" y="367362"/>
                  <a:pt x="313660" y="360647"/>
                </a:cubicBezTo>
                <a:lnTo>
                  <a:pt x="263014" y="310004"/>
                </a:lnTo>
                <a:cubicBezTo>
                  <a:pt x="242369" y="330362"/>
                  <a:pt x="214084" y="342860"/>
                  <a:pt x="182870" y="342860"/>
                </a:cubicBezTo>
                <a:cubicBezTo>
                  <a:pt x="151655" y="342860"/>
                  <a:pt x="123366" y="330358"/>
                  <a:pt x="102725" y="310073"/>
                </a:cubicBezTo>
                <a:lnTo>
                  <a:pt x="52152" y="360716"/>
                </a:lnTo>
                <a:cubicBezTo>
                  <a:pt x="45438" y="367432"/>
                  <a:pt x="34579" y="367432"/>
                  <a:pt x="27938" y="360716"/>
                </a:cubicBezTo>
                <a:cubicBezTo>
                  <a:pt x="21296" y="354001"/>
                  <a:pt x="21223" y="343145"/>
                  <a:pt x="27938" y="336503"/>
                </a:cubicBezTo>
                <a:lnTo>
                  <a:pt x="82083" y="282359"/>
                </a:lnTo>
                <a:cubicBezTo>
                  <a:pt x="73441" y="266288"/>
                  <a:pt x="68584" y="248000"/>
                  <a:pt x="68584" y="228571"/>
                </a:cubicBezTo>
                <a:lnTo>
                  <a:pt x="68584" y="222858"/>
                </a:lnTo>
                <a:lnTo>
                  <a:pt x="17156" y="222858"/>
                </a:lnTo>
                <a:cubicBezTo>
                  <a:pt x="7655" y="222858"/>
                  <a:pt x="15" y="215213"/>
                  <a:pt x="15" y="205714"/>
                </a:cubicBezTo>
                <a:cubicBezTo>
                  <a:pt x="15" y="196216"/>
                  <a:pt x="7658" y="188571"/>
                  <a:pt x="17160" y="188571"/>
                </a:cubicBezTo>
                <a:lnTo>
                  <a:pt x="68592" y="188571"/>
                </a:lnTo>
                <a:cubicBezTo>
                  <a:pt x="68592" y="174285"/>
                  <a:pt x="72662" y="160927"/>
                  <a:pt x="79662" y="149570"/>
                </a:cubicBezTo>
                <a:lnTo>
                  <a:pt x="27875" y="97855"/>
                </a:lnTo>
                <a:cubicBezTo>
                  <a:pt x="21161" y="91140"/>
                  <a:pt x="21161" y="80284"/>
                  <a:pt x="27875" y="73642"/>
                </a:cubicBezTo>
                <a:lnTo>
                  <a:pt x="27857" y="73573"/>
                </a:lnTo>
                <a:moveTo>
                  <a:pt x="102860" y="188575"/>
                </a:moveTo>
                <a:lnTo>
                  <a:pt x="102860" y="228574"/>
                </a:lnTo>
                <a:cubicBezTo>
                  <a:pt x="102860" y="266862"/>
                  <a:pt x="129788" y="298862"/>
                  <a:pt x="165721" y="306719"/>
                </a:cubicBezTo>
                <a:lnTo>
                  <a:pt x="165721" y="200001"/>
                </a:lnTo>
                <a:cubicBezTo>
                  <a:pt x="165721" y="190502"/>
                  <a:pt x="173364" y="182858"/>
                  <a:pt x="182866" y="182858"/>
                </a:cubicBezTo>
                <a:cubicBezTo>
                  <a:pt x="192367" y="182858"/>
                  <a:pt x="200011" y="190502"/>
                  <a:pt x="200011" y="200001"/>
                </a:cubicBezTo>
                <a:lnTo>
                  <a:pt x="200011" y="306719"/>
                </a:lnTo>
                <a:cubicBezTo>
                  <a:pt x="235940" y="298862"/>
                  <a:pt x="262872" y="266862"/>
                  <a:pt x="262872" y="228574"/>
                </a:cubicBezTo>
                <a:lnTo>
                  <a:pt x="262872" y="188575"/>
                </a:lnTo>
                <a:cubicBezTo>
                  <a:pt x="262872" y="166501"/>
                  <a:pt x="244944" y="148575"/>
                  <a:pt x="222873" y="148575"/>
                </a:cubicBezTo>
                <a:lnTo>
                  <a:pt x="142870" y="148575"/>
                </a:lnTo>
                <a:cubicBezTo>
                  <a:pt x="120799" y="148575"/>
                  <a:pt x="102871" y="166505"/>
                  <a:pt x="102871" y="188575"/>
                </a:cubicBezTo>
                <a:lnTo>
                  <a:pt x="102860" y="18857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7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6343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64007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3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4"/>
            <a:srcRect/>
            <a:stretch>
              <a:fillRect l="-88889" r="-88889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Documentación de incidencias - Seguimiento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/>
              </a:rPr>
              <a:t>23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493775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499"/>
              </a:spcBef>
              <a:buNone/>
            </a:pPr>
            <a:r>
              <a:rPr lang="en-US" sz="1249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Un repositorio histórico de incidencias y soluciones favorece el aprendizaje y mejora continua, permitiendo identificar patrones y prevenir errores recurrentes en proyectos futuros.</a:t>
            </a:r>
            <a:endParaRPr lang="en-US" sz="1249"/>
          </a:p>
        </p:txBody>
      </p:sp>
      <p:sp>
        <p:nvSpPr>
          <p:cNvPr id="16" name="Text 14"/>
          <p:cNvSpPr/>
          <p:nvPr/>
        </p:nvSpPr>
        <p:spPr>
          <a:xfrm>
            <a:off x="493775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3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Repositorio histórico de incidencias</a:t>
            </a:r>
            <a:endParaRPr lang="en-US" sz="1503"/>
          </a:p>
        </p:txBody>
      </p:sp>
      <p:sp>
        <p:nvSpPr>
          <p:cNvPr id="17" name="Text 15"/>
          <p:cNvSpPr/>
          <p:nvPr/>
        </p:nvSpPr>
        <p:spPr>
          <a:xfrm>
            <a:off x="91439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499"/>
              </a:spcBef>
              <a:buNone/>
            </a:pPr>
            <a:r>
              <a:rPr lang="en-US" sz="1249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Los planes de retroceso (rollback) aseguran revertir cambios que puedan causar problemas adicionales, protegiendo la estabilidad del sistema.</a:t>
            </a:r>
            <a:endParaRPr lang="en-US" sz="1249"/>
          </a:p>
        </p:txBody>
      </p:sp>
      <p:sp>
        <p:nvSpPr>
          <p:cNvPr id="18" name="Text 16"/>
          <p:cNvSpPr/>
          <p:nvPr/>
        </p:nvSpPr>
        <p:spPr>
          <a:xfrm>
            <a:off x="91439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3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Planes de retroceso (rollback)</a:t>
            </a:r>
            <a:endParaRPr lang="en-US" sz="1503"/>
          </a:p>
        </p:txBody>
      </p:sp>
      <p:sp>
        <p:nvSpPr>
          <p:cNvPr id="19" name="Text 17"/>
          <p:cNvSpPr/>
          <p:nvPr/>
        </p:nvSpPr>
        <p:spPr>
          <a:xfrm>
            <a:off x="493775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499"/>
              </a:spcBef>
              <a:buNone/>
            </a:pPr>
            <a:r>
              <a:rPr lang="en-US" sz="1249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Se establecen sistemas de notificación que alertan a todos los integrantes del equipo ante cambios significativos, como la resolución de un fallo para su validación.</a:t>
            </a:r>
            <a:endParaRPr lang="en-US" sz="1249"/>
          </a:p>
        </p:txBody>
      </p:sp>
      <p:sp>
        <p:nvSpPr>
          <p:cNvPr id="20" name="Text 18"/>
          <p:cNvSpPr/>
          <p:nvPr/>
        </p:nvSpPr>
        <p:spPr>
          <a:xfrm>
            <a:off x="493775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3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Sistemas de notificación</a:t>
            </a:r>
            <a:endParaRPr lang="en-US" sz="1503"/>
          </a:p>
        </p:txBody>
      </p:sp>
      <p:sp>
        <p:nvSpPr>
          <p:cNvPr id="21" name="Text 19"/>
          <p:cNvSpPr/>
          <p:nvPr/>
        </p:nvSpPr>
        <p:spPr>
          <a:xfrm>
            <a:off x="91439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499"/>
              </a:spcBef>
              <a:buNone/>
            </a:pPr>
            <a:r>
              <a:rPr lang="en-US" sz="1249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El seguimiento continuo del estado de las incidencias es crucial para mantener la calidad y estabilidad del software.</a:t>
            </a:r>
            <a:endParaRPr lang="en-US" sz="1249"/>
          </a:p>
        </p:txBody>
      </p:sp>
      <p:sp>
        <p:nvSpPr>
          <p:cNvPr id="22" name="Text 20"/>
          <p:cNvSpPr/>
          <p:nvPr/>
        </p:nvSpPr>
        <p:spPr>
          <a:xfrm>
            <a:off x="91439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3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Importancia del seguimiento continuo</a:t>
            </a:r>
            <a:endParaRPr lang="en-US" sz="1503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399" y="1502369"/>
            <a:ext cx="365760" cy="365662"/>
          </a:xfrm>
          <a:custGeom>
            <a:avLst/>
            <a:gdLst/>
            <a:ahLst/>
            <a:cxnLst/>
            <a:rect l="l" t="t" r="r" b="b"/>
            <a:pathLst>
              <a:path w="365760" h="365662">
                <a:moveTo>
                  <a:pt x="262864" y="148576"/>
                </a:moveTo>
                <a:cubicBezTo>
                  <a:pt x="262864" y="85455"/>
                  <a:pt x="211695" y="34288"/>
                  <a:pt x="148575" y="34288"/>
                </a:cubicBezTo>
                <a:cubicBezTo>
                  <a:pt x="85456" y="34288"/>
                  <a:pt x="34286" y="85455"/>
                  <a:pt x="34286" y="148576"/>
                </a:cubicBezTo>
                <a:cubicBezTo>
                  <a:pt x="34286" y="211696"/>
                  <a:pt x="85456" y="262863"/>
                  <a:pt x="148575" y="262863"/>
                </a:cubicBezTo>
                <a:cubicBezTo>
                  <a:pt x="211695" y="262863"/>
                  <a:pt x="262864" y="211696"/>
                  <a:pt x="262864" y="148576"/>
                </a:cubicBezTo>
                <a:lnTo>
                  <a:pt x="262864" y="148576"/>
                </a:lnTo>
                <a:moveTo>
                  <a:pt x="240791" y="265079"/>
                </a:moveTo>
                <a:cubicBezTo>
                  <a:pt x="215506" y="285150"/>
                  <a:pt x="183432" y="297151"/>
                  <a:pt x="148575" y="297151"/>
                </a:cubicBezTo>
                <a:cubicBezTo>
                  <a:pt x="66502" y="297151"/>
                  <a:pt x="0" y="230649"/>
                  <a:pt x="0" y="148576"/>
                </a:cubicBezTo>
                <a:cubicBezTo>
                  <a:pt x="0" y="66503"/>
                  <a:pt x="66503" y="0"/>
                  <a:pt x="148575" y="0"/>
                </a:cubicBezTo>
                <a:cubicBezTo>
                  <a:pt x="230648" y="0"/>
                  <a:pt x="297151" y="66503"/>
                  <a:pt x="297151" y="148576"/>
                </a:cubicBezTo>
                <a:cubicBezTo>
                  <a:pt x="297151" y="183434"/>
                  <a:pt x="285150" y="215506"/>
                  <a:pt x="265077" y="240792"/>
                </a:cubicBezTo>
                <a:lnTo>
                  <a:pt x="360723" y="336438"/>
                </a:lnTo>
                <a:cubicBezTo>
                  <a:pt x="367439" y="343152"/>
                  <a:pt x="367439" y="354012"/>
                  <a:pt x="360723" y="360652"/>
                </a:cubicBezTo>
                <a:cubicBezTo>
                  <a:pt x="354008" y="367296"/>
                  <a:pt x="343152" y="367366"/>
                  <a:pt x="336510" y="360652"/>
                </a:cubicBezTo>
                <a:lnTo>
                  <a:pt x="240791" y="26507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60635" y="1502320"/>
            <a:ext cx="320008" cy="365760"/>
          </a:xfrm>
          <a:custGeom>
            <a:avLst/>
            <a:gdLst/>
            <a:ahLst/>
            <a:cxnLst/>
            <a:rect l="l" t="t" r="r" b="b"/>
            <a:pathLst>
              <a:path w="320008" h="365760">
                <a:moveTo>
                  <a:pt x="160004" y="0"/>
                </a:moveTo>
                <a:cubicBezTo>
                  <a:pt x="147361" y="0"/>
                  <a:pt x="137143" y="10216"/>
                  <a:pt x="137143" y="22860"/>
                </a:cubicBezTo>
                <a:lnTo>
                  <a:pt x="137143" y="36576"/>
                </a:lnTo>
                <a:cubicBezTo>
                  <a:pt x="84994" y="47150"/>
                  <a:pt x="45704" y="93298"/>
                  <a:pt x="45704" y="148590"/>
                </a:cubicBezTo>
                <a:lnTo>
                  <a:pt x="45704" y="166735"/>
                </a:lnTo>
                <a:cubicBezTo>
                  <a:pt x="45704" y="199167"/>
                  <a:pt x="34631" y="230670"/>
                  <a:pt x="14413" y="255962"/>
                </a:cubicBezTo>
                <a:lnTo>
                  <a:pt x="3770" y="269320"/>
                </a:lnTo>
                <a:cubicBezTo>
                  <a:pt x="-374" y="274463"/>
                  <a:pt x="-1158" y="281536"/>
                  <a:pt x="1699" y="287465"/>
                </a:cubicBezTo>
                <a:cubicBezTo>
                  <a:pt x="4557" y="293394"/>
                  <a:pt x="10557" y="297180"/>
                  <a:pt x="17130" y="297180"/>
                </a:cubicBezTo>
                <a:lnTo>
                  <a:pt x="302881" y="297180"/>
                </a:lnTo>
                <a:cubicBezTo>
                  <a:pt x="309454" y="297180"/>
                  <a:pt x="315454" y="293394"/>
                  <a:pt x="318312" y="287465"/>
                </a:cubicBezTo>
                <a:cubicBezTo>
                  <a:pt x="321170" y="281536"/>
                  <a:pt x="320382" y="274463"/>
                  <a:pt x="316242" y="269320"/>
                </a:cubicBezTo>
                <a:lnTo>
                  <a:pt x="305598" y="256032"/>
                </a:lnTo>
                <a:cubicBezTo>
                  <a:pt x="285380" y="230670"/>
                  <a:pt x="274308" y="199167"/>
                  <a:pt x="274308" y="166735"/>
                </a:cubicBezTo>
                <a:lnTo>
                  <a:pt x="274308" y="148590"/>
                </a:lnTo>
                <a:cubicBezTo>
                  <a:pt x="274308" y="93298"/>
                  <a:pt x="235017" y="47150"/>
                  <a:pt x="182869" y="36576"/>
                </a:cubicBezTo>
                <a:lnTo>
                  <a:pt x="182869" y="22860"/>
                </a:lnTo>
                <a:cubicBezTo>
                  <a:pt x="182869" y="10216"/>
                  <a:pt x="172654" y="0"/>
                  <a:pt x="160007" y="0"/>
                </a:cubicBezTo>
                <a:lnTo>
                  <a:pt x="160004" y="0"/>
                </a:lnTo>
                <a:moveTo>
                  <a:pt x="160004" y="68580"/>
                </a:moveTo>
                <a:cubicBezTo>
                  <a:pt x="204223" y="68580"/>
                  <a:pt x="240012" y="104370"/>
                  <a:pt x="240012" y="148590"/>
                </a:cubicBezTo>
                <a:lnTo>
                  <a:pt x="240012" y="166735"/>
                </a:lnTo>
                <a:cubicBezTo>
                  <a:pt x="240012" y="200952"/>
                  <a:pt x="249942" y="234317"/>
                  <a:pt x="268371" y="262890"/>
                </a:cubicBezTo>
                <a:lnTo>
                  <a:pt x="51630" y="262890"/>
                </a:lnTo>
                <a:cubicBezTo>
                  <a:pt x="70062" y="234317"/>
                  <a:pt x="79989" y="200952"/>
                  <a:pt x="79989" y="166735"/>
                </a:cubicBezTo>
                <a:lnTo>
                  <a:pt x="79989" y="148590"/>
                </a:lnTo>
                <a:cubicBezTo>
                  <a:pt x="79989" y="104370"/>
                  <a:pt x="115779" y="68580"/>
                  <a:pt x="159997" y="68580"/>
                </a:cubicBezTo>
                <a:lnTo>
                  <a:pt x="160004" y="68580"/>
                </a:lnTo>
                <a:moveTo>
                  <a:pt x="205724" y="320040"/>
                </a:moveTo>
                <a:lnTo>
                  <a:pt x="160004" y="320040"/>
                </a:lnTo>
                <a:lnTo>
                  <a:pt x="114285" y="320040"/>
                </a:lnTo>
                <a:cubicBezTo>
                  <a:pt x="114285" y="332183"/>
                  <a:pt x="119072" y="343829"/>
                  <a:pt x="127645" y="352402"/>
                </a:cubicBezTo>
                <a:cubicBezTo>
                  <a:pt x="136218" y="360976"/>
                  <a:pt x="147863" y="365760"/>
                  <a:pt x="160007" y="365760"/>
                </a:cubicBezTo>
                <a:cubicBezTo>
                  <a:pt x="172152" y="365760"/>
                  <a:pt x="183797" y="360972"/>
                  <a:pt x="192370" y="352402"/>
                </a:cubicBezTo>
                <a:cubicBezTo>
                  <a:pt x="200943" y="343829"/>
                  <a:pt x="205730" y="332187"/>
                  <a:pt x="205730" y="320040"/>
                </a:cubicBezTo>
                <a:lnTo>
                  <a:pt x="205724" y="32004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399" y="4072942"/>
            <a:ext cx="365760" cy="243840"/>
          </a:xfrm>
          <a:custGeom>
            <a:avLst/>
            <a:gdLst/>
            <a:ahLst/>
            <a:cxnLst/>
            <a:rect l="l" t="t" r="r" b="b"/>
            <a:pathLst>
              <a:path w="365760" h="243840">
                <a:moveTo>
                  <a:pt x="76199" y="91440"/>
                </a:moveTo>
                <a:lnTo>
                  <a:pt x="95884" y="91440"/>
                </a:lnTo>
                <a:cubicBezTo>
                  <a:pt x="110236" y="91440"/>
                  <a:pt x="121919" y="79819"/>
                  <a:pt x="121919" y="65405"/>
                </a:cubicBezTo>
                <a:cubicBezTo>
                  <a:pt x="121919" y="58483"/>
                  <a:pt x="119187" y="51879"/>
                  <a:pt x="114300" y="46990"/>
                </a:cubicBezTo>
                <a:lnTo>
                  <a:pt x="71755" y="4445"/>
                </a:lnTo>
                <a:cubicBezTo>
                  <a:pt x="68898" y="1587"/>
                  <a:pt x="65025" y="0"/>
                  <a:pt x="60961" y="0"/>
                </a:cubicBezTo>
                <a:cubicBezTo>
                  <a:pt x="56898" y="0"/>
                  <a:pt x="53024" y="1587"/>
                  <a:pt x="50168" y="4445"/>
                </a:cubicBezTo>
                <a:lnTo>
                  <a:pt x="7622" y="46990"/>
                </a:lnTo>
                <a:cubicBezTo>
                  <a:pt x="2732" y="51879"/>
                  <a:pt x="4" y="58485"/>
                  <a:pt x="4" y="65405"/>
                </a:cubicBezTo>
                <a:cubicBezTo>
                  <a:pt x="4" y="79755"/>
                  <a:pt x="11624" y="91440"/>
                  <a:pt x="26038" y="91440"/>
                </a:cubicBezTo>
                <a:lnTo>
                  <a:pt x="45724" y="91440"/>
                </a:lnTo>
                <a:lnTo>
                  <a:pt x="45724" y="167640"/>
                </a:lnTo>
                <a:cubicBezTo>
                  <a:pt x="45724" y="198500"/>
                  <a:pt x="70742" y="223521"/>
                  <a:pt x="101605" y="223521"/>
                </a:cubicBezTo>
                <a:lnTo>
                  <a:pt x="187964" y="223521"/>
                </a:lnTo>
                <a:cubicBezTo>
                  <a:pt x="196410" y="223521"/>
                  <a:pt x="203205" y="216727"/>
                  <a:pt x="203205" y="208281"/>
                </a:cubicBezTo>
                <a:cubicBezTo>
                  <a:pt x="203205" y="199834"/>
                  <a:pt x="196410" y="193041"/>
                  <a:pt x="187964" y="193041"/>
                </a:cubicBezTo>
                <a:lnTo>
                  <a:pt x="101605" y="193041"/>
                </a:lnTo>
                <a:cubicBezTo>
                  <a:pt x="87570" y="193041"/>
                  <a:pt x="76206" y="181675"/>
                  <a:pt x="76206" y="167640"/>
                </a:cubicBezTo>
                <a:lnTo>
                  <a:pt x="76199" y="91440"/>
                </a:lnTo>
                <a:moveTo>
                  <a:pt x="60961" y="36766"/>
                </a:moveTo>
                <a:lnTo>
                  <a:pt x="85156" y="60960"/>
                </a:lnTo>
                <a:lnTo>
                  <a:pt x="36832" y="60960"/>
                </a:lnTo>
                <a:lnTo>
                  <a:pt x="60961" y="36766"/>
                </a:lnTo>
                <a:moveTo>
                  <a:pt x="320040" y="152400"/>
                </a:moveTo>
                <a:lnTo>
                  <a:pt x="320040" y="76200"/>
                </a:lnTo>
                <a:cubicBezTo>
                  <a:pt x="320040" y="45340"/>
                  <a:pt x="295022" y="20319"/>
                  <a:pt x="264159" y="20319"/>
                </a:cubicBezTo>
                <a:lnTo>
                  <a:pt x="177800" y="20319"/>
                </a:lnTo>
                <a:cubicBezTo>
                  <a:pt x="169354" y="20319"/>
                  <a:pt x="162558" y="27113"/>
                  <a:pt x="162558" y="35559"/>
                </a:cubicBezTo>
                <a:cubicBezTo>
                  <a:pt x="162558" y="44006"/>
                  <a:pt x="169354" y="50799"/>
                  <a:pt x="177800" y="50799"/>
                </a:cubicBezTo>
                <a:lnTo>
                  <a:pt x="264159" y="50799"/>
                </a:lnTo>
                <a:cubicBezTo>
                  <a:pt x="278193" y="50799"/>
                  <a:pt x="289558" y="62165"/>
                  <a:pt x="289558" y="76200"/>
                </a:cubicBezTo>
                <a:lnTo>
                  <a:pt x="289558" y="152400"/>
                </a:lnTo>
                <a:lnTo>
                  <a:pt x="269872" y="152400"/>
                </a:lnTo>
                <a:cubicBezTo>
                  <a:pt x="255520" y="152400"/>
                  <a:pt x="243838" y="164021"/>
                  <a:pt x="243838" y="178435"/>
                </a:cubicBezTo>
                <a:cubicBezTo>
                  <a:pt x="243838" y="185357"/>
                  <a:pt x="246570" y="191961"/>
                  <a:pt x="251456" y="196850"/>
                </a:cubicBezTo>
                <a:lnTo>
                  <a:pt x="294002" y="239395"/>
                </a:lnTo>
                <a:cubicBezTo>
                  <a:pt x="296858" y="242253"/>
                  <a:pt x="300732" y="243840"/>
                  <a:pt x="304795" y="243840"/>
                </a:cubicBezTo>
                <a:cubicBezTo>
                  <a:pt x="308859" y="243840"/>
                  <a:pt x="312732" y="242253"/>
                  <a:pt x="315589" y="239395"/>
                </a:cubicBezTo>
                <a:lnTo>
                  <a:pt x="358134" y="196850"/>
                </a:lnTo>
                <a:cubicBezTo>
                  <a:pt x="363024" y="191961"/>
                  <a:pt x="365753" y="185355"/>
                  <a:pt x="365753" y="178435"/>
                </a:cubicBezTo>
                <a:cubicBezTo>
                  <a:pt x="365753" y="164085"/>
                  <a:pt x="354132" y="152400"/>
                  <a:pt x="339718" y="152400"/>
                </a:cubicBezTo>
                <a:lnTo>
                  <a:pt x="320040" y="152400"/>
                </a:lnTo>
                <a:moveTo>
                  <a:pt x="304799" y="207074"/>
                </a:moveTo>
                <a:lnTo>
                  <a:pt x="280604" y="182880"/>
                </a:lnTo>
                <a:lnTo>
                  <a:pt x="328928" y="182880"/>
                </a:lnTo>
                <a:lnTo>
                  <a:pt x="304799" y="20707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59" y="4034842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0" y="45721"/>
                </a:moveTo>
                <a:cubicBezTo>
                  <a:pt x="0" y="20505"/>
                  <a:pt x="20501" y="0"/>
                  <a:pt x="45720" y="0"/>
                </a:cubicBezTo>
                <a:lnTo>
                  <a:pt x="140090" y="0"/>
                </a:lnTo>
                <a:cubicBezTo>
                  <a:pt x="153733" y="0"/>
                  <a:pt x="166808" y="5428"/>
                  <a:pt x="176450" y="15074"/>
                </a:cubicBezTo>
                <a:lnTo>
                  <a:pt x="207097" y="45721"/>
                </a:lnTo>
                <a:lnTo>
                  <a:pt x="320040" y="45721"/>
                </a:lnTo>
                <a:cubicBezTo>
                  <a:pt x="345259" y="45721"/>
                  <a:pt x="365760" y="66223"/>
                  <a:pt x="365760" y="91442"/>
                </a:cubicBezTo>
                <a:lnTo>
                  <a:pt x="365760" y="274322"/>
                </a:lnTo>
                <a:cubicBezTo>
                  <a:pt x="365760" y="299538"/>
                  <a:pt x="345259" y="320043"/>
                  <a:pt x="320040" y="320043"/>
                </a:cubicBezTo>
                <a:lnTo>
                  <a:pt x="45720" y="320043"/>
                </a:lnTo>
                <a:cubicBezTo>
                  <a:pt x="20501" y="320043"/>
                  <a:pt x="0" y="299542"/>
                  <a:pt x="0" y="274322"/>
                </a:cubicBezTo>
                <a:lnTo>
                  <a:pt x="0" y="45721"/>
                </a:lnTo>
                <a:moveTo>
                  <a:pt x="45720" y="34289"/>
                </a:moveTo>
                <a:cubicBezTo>
                  <a:pt x="39433" y="34289"/>
                  <a:pt x="34290" y="39432"/>
                  <a:pt x="34290" y="45718"/>
                </a:cubicBezTo>
                <a:lnTo>
                  <a:pt x="34290" y="274319"/>
                </a:lnTo>
                <a:cubicBezTo>
                  <a:pt x="34290" y="280605"/>
                  <a:pt x="39433" y="285748"/>
                  <a:pt x="45720" y="285748"/>
                </a:cubicBezTo>
                <a:lnTo>
                  <a:pt x="320040" y="285748"/>
                </a:lnTo>
                <a:cubicBezTo>
                  <a:pt x="326327" y="285748"/>
                  <a:pt x="331470" y="280605"/>
                  <a:pt x="331470" y="274319"/>
                </a:cubicBezTo>
                <a:lnTo>
                  <a:pt x="331470" y="91439"/>
                </a:lnTo>
                <a:cubicBezTo>
                  <a:pt x="331470" y="85153"/>
                  <a:pt x="326327" y="80010"/>
                  <a:pt x="320040" y="80010"/>
                </a:cubicBezTo>
                <a:lnTo>
                  <a:pt x="204741" y="80010"/>
                </a:lnTo>
                <a:cubicBezTo>
                  <a:pt x="197170" y="80010"/>
                  <a:pt x="189881" y="77011"/>
                  <a:pt x="184526" y="71650"/>
                </a:cubicBezTo>
                <a:lnTo>
                  <a:pt x="152237" y="39288"/>
                </a:lnTo>
                <a:cubicBezTo>
                  <a:pt x="149022" y="36075"/>
                  <a:pt x="144665" y="34289"/>
                  <a:pt x="140093" y="34289"/>
                </a:cubicBezTo>
                <a:lnTo>
                  <a:pt x="45720" y="3428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Documentación de incidencias - Reportes de incidencia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/>
              </a:rPr>
              <a:t>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57649" y="2123123"/>
            <a:ext cx="2520000" cy="3270960"/>
          </a:xfrm>
          <a:custGeom>
            <a:avLst/>
            <a:gdLst/>
            <a:ahLst/>
            <a:cxnLst/>
            <a:rect l="l" t="t" r="r" b="b"/>
            <a:pathLst>
              <a:path w="2520000" h="3270960">
                <a:moveTo>
                  <a:pt x="0" y="0"/>
                </a:moveTo>
                <a:lnTo>
                  <a:pt x="2113549" y="0"/>
                </a:lnTo>
                <a:lnTo>
                  <a:pt x="2520000" y="1635480"/>
                </a:lnTo>
                <a:lnTo>
                  <a:pt x="2113549" y="3270960"/>
                </a:lnTo>
                <a:lnTo>
                  <a:pt x="0" y="3270960"/>
                </a:lnTo>
                <a:lnTo>
                  <a:pt x="406451" y="1635480"/>
                </a:lnTo>
                <a:lnTo>
                  <a:pt x="0" y="0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1295" y="2123123"/>
            <a:ext cx="2520000" cy="3270960"/>
          </a:xfrm>
          <a:custGeom>
            <a:avLst/>
            <a:gdLst/>
            <a:ahLst/>
            <a:cxnLst/>
            <a:rect l="l" t="t" r="r" b="b"/>
            <a:pathLst>
              <a:path w="2520000" h="3270960">
                <a:moveTo>
                  <a:pt x="0" y="0"/>
                </a:moveTo>
                <a:lnTo>
                  <a:pt x="2113549" y="0"/>
                </a:lnTo>
                <a:lnTo>
                  <a:pt x="2520000" y="1635480"/>
                </a:lnTo>
                <a:lnTo>
                  <a:pt x="2113549" y="3270960"/>
                </a:lnTo>
                <a:lnTo>
                  <a:pt x="0" y="3270960"/>
                </a:lnTo>
                <a:lnTo>
                  <a:pt x="406451" y="163548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63541" y="2123123"/>
            <a:ext cx="2520000" cy="3270960"/>
          </a:xfrm>
          <a:custGeom>
            <a:avLst/>
            <a:gdLst/>
            <a:ahLst/>
            <a:cxnLst/>
            <a:rect l="l" t="t" r="r" b="b"/>
            <a:pathLst>
              <a:path w="2520000" h="3270960">
                <a:moveTo>
                  <a:pt x="0" y="0"/>
                </a:moveTo>
                <a:lnTo>
                  <a:pt x="2113549" y="0"/>
                </a:lnTo>
                <a:lnTo>
                  <a:pt x="2520000" y="1635480"/>
                </a:lnTo>
                <a:lnTo>
                  <a:pt x="2113549" y="3270960"/>
                </a:lnTo>
                <a:lnTo>
                  <a:pt x="0" y="3270960"/>
                </a:lnTo>
                <a:lnTo>
                  <a:pt x="406451" y="1635480"/>
                </a:lnTo>
                <a:lnTo>
                  <a:pt x="0" y="0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9591" y="2123123"/>
            <a:ext cx="2520000" cy="3270960"/>
          </a:xfrm>
          <a:custGeom>
            <a:avLst/>
            <a:gdLst/>
            <a:ahLst/>
            <a:cxnLst/>
            <a:rect l="l" t="t" r="r" b="b"/>
            <a:pathLst>
              <a:path w="2520000" h="3270960">
                <a:moveTo>
                  <a:pt x="0" y="0"/>
                </a:moveTo>
                <a:lnTo>
                  <a:pt x="2113549" y="0"/>
                </a:lnTo>
                <a:lnTo>
                  <a:pt x="2520000" y="1635480"/>
                </a:lnTo>
                <a:lnTo>
                  <a:pt x="2113549" y="3270960"/>
                </a:lnTo>
                <a:lnTo>
                  <a:pt x="0" y="3270960"/>
                </a:lnTo>
                <a:lnTo>
                  <a:pt x="406451" y="163548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6804" y="2123123"/>
            <a:ext cx="2532888" cy="3270960"/>
          </a:xfrm>
          <a:custGeom>
            <a:avLst/>
            <a:gdLst/>
            <a:ahLst/>
            <a:cxnLst/>
            <a:rect l="l" t="t" r="r" b="b"/>
            <a:pathLst>
              <a:path w="2532888" h="3270960">
                <a:moveTo>
                  <a:pt x="0" y="0"/>
                </a:moveTo>
                <a:lnTo>
                  <a:pt x="2124358" y="0"/>
                </a:lnTo>
                <a:lnTo>
                  <a:pt x="2532888" y="1635480"/>
                </a:lnTo>
                <a:lnTo>
                  <a:pt x="2124358" y="3270960"/>
                </a:lnTo>
                <a:lnTo>
                  <a:pt x="0" y="3270960"/>
                </a:lnTo>
                <a:lnTo>
                  <a:pt x="408530" y="163548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171" y="3385080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4"/>
                  <a:pt x="554883" y="714838"/>
                  <a:pt x="357463" y="714838"/>
                </a:cubicBezTo>
                <a:cubicBezTo>
                  <a:pt x="160044" y="714838"/>
                  <a:pt x="0" y="554814"/>
                  <a:pt x="0" y="357419"/>
                </a:cubicBezTo>
                <a:cubicBezTo>
                  <a:pt x="0" y="160024"/>
                  <a:pt x="160043" y="0"/>
                  <a:pt x="357463" y="0"/>
                </a:cubicBezTo>
                <a:cubicBezTo>
                  <a:pt x="554883" y="0"/>
                  <a:pt x="714927" y="160024"/>
                  <a:pt x="714927" y="357419"/>
                </a:cubicBezTo>
              </a:path>
            </a:pathLst>
          </a:custGeom>
          <a:solidFill>
            <a:srgbClr val="FFFFFF"/>
          </a:solidFill>
          <a:ln w="38100">
            <a:solidFill>
              <a:srgbClr val="1570EF"/>
            </a:solidFill>
          </a:ln>
          <a:effectLst>
            <a:outerShdw blurRad="476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07766" y="3373559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4"/>
                  <a:pt x="554883" y="714838"/>
                  <a:pt x="357463" y="714838"/>
                </a:cubicBezTo>
                <a:cubicBezTo>
                  <a:pt x="160044" y="714838"/>
                  <a:pt x="0" y="554814"/>
                  <a:pt x="0" y="357419"/>
                </a:cubicBezTo>
                <a:cubicBezTo>
                  <a:pt x="0" y="160024"/>
                  <a:pt x="160043" y="0"/>
                  <a:pt x="357463" y="0"/>
                </a:cubicBezTo>
                <a:cubicBezTo>
                  <a:pt x="554883" y="0"/>
                  <a:pt x="714927" y="160024"/>
                  <a:pt x="714927" y="357419"/>
                </a:cubicBezTo>
              </a:path>
            </a:pathLst>
          </a:custGeom>
          <a:solidFill>
            <a:srgbClr val="FFFFFF"/>
          </a:solidFill>
          <a:ln w="38100">
            <a:solidFill>
              <a:srgbClr val="0C53B7"/>
            </a:solidFill>
          </a:ln>
          <a:effectLst>
            <a:outerShdw blurRad="476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36413" y="3373559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4"/>
                  <a:pt x="554883" y="714838"/>
                  <a:pt x="357463" y="714838"/>
                </a:cubicBezTo>
                <a:cubicBezTo>
                  <a:pt x="160044" y="714838"/>
                  <a:pt x="0" y="554814"/>
                  <a:pt x="0" y="357419"/>
                </a:cubicBezTo>
                <a:cubicBezTo>
                  <a:pt x="0" y="160024"/>
                  <a:pt x="160043" y="0"/>
                  <a:pt x="357463" y="0"/>
                </a:cubicBezTo>
                <a:cubicBezTo>
                  <a:pt x="554883" y="0"/>
                  <a:pt x="714927" y="160024"/>
                  <a:pt x="714927" y="357419"/>
                </a:cubicBezTo>
              </a:path>
            </a:pathLst>
          </a:custGeom>
          <a:solidFill>
            <a:srgbClr val="FFFFFF"/>
          </a:solidFill>
          <a:ln w="38100">
            <a:solidFill>
              <a:srgbClr val="1570EF"/>
            </a:solidFill>
          </a:ln>
          <a:effectLst>
            <a:outerShdw blurRad="476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12289" y="3373559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4"/>
                  <a:pt x="554883" y="714838"/>
                  <a:pt x="357463" y="714838"/>
                </a:cubicBezTo>
                <a:cubicBezTo>
                  <a:pt x="160044" y="714838"/>
                  <a:pt x="0" y="554814"/>
                  <a:pt x="0" y="357419"/>
                </a:cubicBezTo>
                <a:cubicBezTo>
                  <a:pt x="0" y="160024"/>
                  <a:pt x="160043" y="0"/>
                  <a:pt x="357463" y="0"/>
                </a:cubicBezTo>
                <a:cubicBezTo>
                  <a:pt x="554883" y="0"/>
                  <a:pt x="714927" y="160024"/>
                  <a:pt x="714927" y="357419"/>
                </a:cubicBezTo>
              </a:path>
            </a:pathLst>
          </a:custGeom>
          <a:solidFill>
            <a:srgbClr val="FFFFFF"/>
          </a:solidFill>
          <a:ln w="38100">
            <a:solidFill>
              <a:srgbClr val="0C53B7"/>
            </a:solidFill>
          </a:ln>
          <a:effectLst>
            <a:outerShdw blurRad="476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18398" y="3372330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4"/>
                  <a:pt x="554883" y="714838"/>
                  <a:pt x="357463" y="714838"/>
                </a:cubicBezTo>
                <a:cubicBezTo>
                  <a:pt x="160044" y="714838"/>
                  <a:pt x="0" y="554814"/>
                  <a:pt x="0" y="357419"/>
                </a:cubicBezTo>
                <a:cubicBezTo>
                  <a:pt x="0" y="160024"/>
                  <a:pt x="160043" y="0"/>
                  <a:pt x="357463" y="0"/>
                </a:cubicBezTo>
                <a:cubicBezTo>
                  <a:pt x="554883" y="0"/>
                  <a:pt x="714927" y="160024"/>
                  <a:pt x="714927" y="357419"/>
                </a:cubicBezTo>
              </a:path>
            </a:pathLst>
          </a:custGeom>
          <a:solidFill>
            <a:srgbClr val="FFFFFF"/>
          </a:solidFill>
          <a:ln w="38100">
            <a:solidFill>
              <a:srgbClr val="1570EF"/>
            </a:solidFill>
          </a:ln>
          <a:effectLst>
            <a:outerShdw blurRad="476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95862" y="3625853"/>
            <a:ext cx="360000" cy="240000"/>
          </a:xfrm>
          <a:custGeom>
            <a:avLst/>
            <a:gdLst/>
            <a:ahLst/>
            <a:cxnLst/>
            <a:rect l="l" t="t" r="r" b="b"/>
            <a:pathLst>
              <a:path w="360000" h="240000">
                <a:moveTo>
                  <a:pt x="40000" y="0"/>
                </a:moveTo>
                <a:cubicBezTo>
                  <a:pt x="17939" y="0"/>
                  <a:pt x="0" y="17938"/>
                  <a:pt x="0" y="40001"/>
                </a:cubicBezTo>
                <a:lnTo>
                  <a:pt x="0" y="77563"/>
                </a:lnTo>
                <a:cubicBezTo>
                  <a:pt x="0" y="83938"/>
                  <a:pt x="4000" y="89563"/>
                  <a:pt x="10001" y="91687"/>
                </a:cubicBezTo>
                <a:cubicBezTo>
                  <a:pt x="21690" y="95813"/>
                  <a:pt x="30002" y="106937"/>
                  <a:pt x="30002" y="120000"/>
                </a:cubicBezTo>
                <a:cubicBezTo>
                  <a:pt x="30002" y="133063"/>
                  <a:pt x="21690" y="144187"/>
                  <a:pt x="10001" y="148313"/>
                </a:cubicBezTo>
                <a:cubicBezTo>
                  <a:pt x="4000" y="150437"/>
                  <a:pt x="0" y="156125"/>
                  <a:pt x="0" y="162437"/>
                </a:cubicBezTo>
                <a:lnTo>
                  <a:pt x="0" y="199999"/>
                </a:lnTo>
                <a:cubicBezTo>
                  <a:pt x="0" y="222062"/>
                  <a:pt x="17939" y="240000"/>
                  <a:pt x="40000" y="240000"/>
                </a:cubicBezTo>
                <a:lnTo>
                  <a:pt x="320000" y="240000"/>
                </a:lnTo>
                <a:cubicBezTo>
                  <a:pt x="342061" y="240000"/>
                  <a:pt x="360000" y="222062"/>
                  <a:pt x="360000" y="199999"/>
                </a:cubicBezTo>
                <a:lnTo>
                  <a:pt x="360000" y="162437"/>
                </a:lnTo>
                <a:cubicBezTo>
                  <a:pt x="360000" y="156062"/>
                  <a:pt x="356000" y="150437"/>
                  <a:pt x="349999" y="148313"/>
                </a:cubicBezTo>
                <a:cubicBezTo>
                  <a:pt x="338310" y="144187"/>
                  <a:pt x="329998" y="133063"/>
                  <a:pt x="329998" y="120000"/>
                </a:cubicBezTo>
                <a:cubicBezTo>
                  <a:pt x="329998" y="106937"/>
                  <a:pt x="338310" y="95813"/>
                  <a:pt x="349999" y="91687"/>
                </a:cubicBezTo>
                <a:cubicBezTo>
                  <a:pt x="356000" y="89563"/>
                  <a:pt x="360000" y="83875"/>
                  <a:pt x="360000" y="77563"/>
                </a:cubicBezTo>
                <a:lnTo>
                  <a:pt x="360000" y="40001"/>
                </a:lnTo>
                <a:cubicBezTo>
                  <a:pt x="360000" y="17938"/>
                  <a:pt x="342061" y="0"/>
                  <a:pt x="320000" y="0"/>
                </a:cubicBezTo>
                <a:lnTo>
                  <a:pt x="40000" y="0"/>
                </a:lnTo>
                <a:moveTo>
                  <a:pt x="29999" y="40001"/>
                </a:moveTo>
                <a:cubicBezTo>
                  <a:pt x="29999" y="34500"/>
                  <a:pt x="34499" y="30000"/>
                  <a:pt x="40000" y="30000"/>
                </a:cubicBezTo>
                <a:lnTo>
                  <a:pt x="320000" y="30000"/>
                </a:lnTo>
                <a:cubicBezTo>
                  <a:pt x="325501" y="30000"/>
                  <a:pt x="330001" y="34500"/>
                  <a:pt x="330001" y="40001"/>
                </a:cubicBezTo>
                <a:lnTo>
                  <a:pt x="330001" y="68064"/>
                </a:lnTo>
                <a:cubicBezTo>
                  <a:pt x="312062" y="78439"/>
                  <a:pt x="300002" y="97814"/>
                  <a:pt x="300002" y="120002"/>
                </a:cubicBezTo>
                <a:cubicBezTo>
                  <a:pt x="300002" y="142190"/>
                  <a:pt x="312066" y="161628"/>
                  <a:pt x="330001" y="171941"/>
                </a:cubicBezTo>
                <a:lnTo>
                  <a:pt x="330001" y="200004"/>
                </a:lnTo>
                <a:cubicBezTo>
                  <a:pt x="330001" y="205505"/>
                  <a:pt x="325501" y="210005"/>
                  <a:pt x="320000" y="210005"/>
                </a:cubicBezTo>
                <a:lnTo>
                  <a:pt x="40000" y="210005"/>
                </a:lnTo>
                <a:cubicBezTo>
                  <a:pt x="34499" y="210005"/>
                  <a:pt x="29999" y="205505"/>
                  <a:pt x="29999" y="200004"/>
                </a:cubicBezTo>
                <a:lnTo>
                  <a:pt x="29999" y="171941"/>
                </a:lnTo>
                <a:cubicBezTo>
                  <a:pt x="47938" y="161566"/>
                  <a:pt x="59998" y="142190"/>
                  <a:pt x="59998" y="120002"/>
                </a:cubicBezTo>
                <a:cubicBezTo>
                  <a:pt x="59998" y="97814"/>
                  <a:pt x="47934" y="78377"/>
                  <a:pt x="29999" y="68064"/>
                </a:cubicBezTo>
                <a:lnTo>
                  <a:pt x="29999" y="40001"/>
                </a:lnTo>
                <a:moveTo>
                  <a:pt x="249998" y="150000"/>
                </a:moveTo>
                <a:lnTo>
                  <a:pt x="109998" y="150000"/>
                </a:lnTo>
                <a:lnTo>
                  <a:pt x="109998" y="90000"/>
                </a:lnTo>
                <a:lnTo>
                  <a:pt x="249998" y="90000"/>
                </a:lnTo>
                <a:lnTo>
                  <a:pt x="249998" y="150000"/>
                </a:lnTo>
                <a:moveTo>
                  <a:pt x="79999" y="79999"/>
                </a:moveTo>
                <a:lnTo>
                  <a:pt x="79999" y="159998"/>
                </a:lnTo>
                <a:cubicBezTo>
                  <a:pt x="79999" y="171060"/>
                  <a:pt x="88938" y="179998"/>
                  <a:pt x="100001" y="179998"/>
                </a:cubicBezTo>
                <a:lnTo>
                  <a:pt x="259999" y="179998"/>
                </a:lnTo>
                <a:cubicBezTo>
                  <a:pt x="271062" y="179998"/>
                  <a:pt x="280001" y="171060"/>
                  <a:pt x="280001" y="159998"/>
                </a:cubicBezTo>
                <a:lnTo>
                  <a:pt x="280001" y="79999"/>
                </a:lnTo>
                <a:cubicBezTo>
                  <a:pt x="280001" y="68938"/>
                  <a:pt x="271062" y="60000"/>
                  <a:pt x="259999" y="60000"/>
                </a:cubicBezTo>
                <a:lnTo>
                  <a:pt x="100001" y="60000"/>
                </a:lnTo>
                <a:cubicBezTo>
                  <a:pt x="88938" y="60000"/>
                  <a:pt x="79999" y="68938"/>
                  <a:pt x="79999" y="79999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729311" y="3105515"/>
            <a:ext cx="1124726" cy="174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spcAft>
                <a:spcPts val="903"/>
              </a:spcAft>
              <a:buNone/>
            </a:pPr>
            <a:r>
              <a:rPr lang="en-US" sz="903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 integración con herramientas como JIRA o Redmine contribuye a la organización y seguimiento continuo del ciclo de vida del error.</a:t>
            </a:r>
            <a:endParaRPr lang="en-US" sz="903"/>
          </a:p>
        </p:txBody>
      </p:sp>
      <p:sp>
        <p:nvSpPr>
          <p:cNvPr id="20" name="Text 18"/>
          <p:cNvSpPr/>
          <p:nvPr/>
        </p:nvSpPr>
        <p:spPr>
          <a:xfrm>
            <a:off x="9729311" y="2633644"/>
            <a:ext cx="1124726" cy="3854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3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Integración con herramientas de seguimiento</a:t>
            </a:r>
            <a:endParaRPr lang="en-US" sz="903"/>
          </a:p>
        </p:txBody>
      </p:sp>
      <p:sp>
        <p:nvSpPr>
          <p:cNvPr id="21" name="Text 19"/>
          <p:cNvSpPr/>
          <p:nvPr/>
        </p:nvSpPr>
        <p:spPr>
          <a:xfrm>
            <a:off x="7101003" y="3567082"/>
            <a:ext cx="337500" cy="360000"/>
          </a:xfrm>
          <a:custGeom>
            <a:avLst/>
            <a:gdLst/>
            <a:ahLst/>
            <a:cxnLst/>
            <a:rect l="l" t="t" r="r" b="b"/>
            <a:pathLst>
              <a:path w="337500" h="360000">
                <a:moveTo>
                  <a:pt x="168750" y="33750"/>
                </a:moveTo>
                <a:lnTo>
                  <a:pt x="292501" y="33750"/>
                </a:lnTo>
                <a:cubicBezTo>
                  <a:pt x="298688" y="33750"/>
                  <a:pt x="303750" y="38812"/>
                  <a:pt x="303750" y="45000"/>
                </a:cubicBezTo>
                <a:lnTo>
                  <a:pt x="303750" y="315000"/>
                </a:lnTo>
                <a:cubicBezTo>
                  <a:pt x="303750" y="321188"/>
                  <a:pt x="298687" y="326250"/>
                  <a:pt x="292501" y="326250"/>
                </a:cubicBezTo>
                <a:lnTo>
                  <a:pt x="168750" y="326250"/>
                </a:lnTo>
                <a:lnTo>
                  <a:pt x="168750" y="33750"/>
                </a:lnTo>
                <a:moveTo>
                  <a:pt x="135000" y="33750"/>
                </a:moveTo>
                <a:lnTo>
                  <a:pt x="135000" y="326250"/>
                </a:lnTo>
                <a:lnTo>
                  <a:pt x="90001" y="326250"/>
                </a:lnTo>
                <a:cubicBezTo>
                  <a:pt x="83815" y="326250"/>
                  <a:pt x="78752" y="321188"/>
                  <a:pt x="78752" y="315000"/>
                </a:cubicBezTo>
                <a:lnTo>
                  <a:pt x="78752" y="292500"/>
                </a:lnTo>
                <a:lnTo>
                  <a:pt x="95627" y="292500"/>
                </a:lnTo>
                <a:cubicBezTo>
                  <a:pt x="104979" y="292500"/>
                  <a:pt x="112502" y="284976"/>
                  <a:pt x="112502" y="275627"/>
                </a:cubicBezTo>
                <a:cubicBezTo>
                  <a:pt x="112502" y="266274"/>
                  <a:pt x="104979" y="258754"/>
                  <a:pt x="95627" y="258754"/>
                </a:cubicBezTo>
                <a:lnTo>
                  <a:pt x="78752" y="258754"/>
                </a:lnTo>
                <a:lnTo>
                  <a:pt x="78752" y="196881"/>
                </a:lnTo>
                <a:lnTo>
                  <a:pt x="95627" y="196881"/>
                </a:lnTo>
                <a:cubicBezTo>
                  <a:pt x="104979" y="196881"/>
                  <a:pt x="112502" y="189357"/>
                  <a:pt x="112502" y="180007"/>
                </a:cubicBezTo>
                <a:cubicBezTo>
                  <a:pt x="112502" y="170655"/>
                  <a:pt x="104979" y="163134"/>
                  <a:pt x="95627" y="163134"/>
                </a:cubicBezTo>
                <a:lnTo>
                  <a:pt x="78752" y="163134"/>
                </a:lnTo>
                <a:lnTo>
                  <a:pt x="78752" y="101261"/>
                </a:lnTo>
                <a:lnTo>
                  <a:pt x="95627" y="101261"/>
                </a:lnTo>
                <a:cubicBezTo>
                  <a:pt x="104979" y="101261"/>
                  <a:pt x="112502" y="93737"/>
                  <a:pt x="112502" y="84388"/>
                </a:cubicBezTo>
                <a:cubicBezTo>
                  <a:pt x="112502" y="75035"/>
                  <a:pt x="104979" y="67515"/>
                  <a:pt x="95627" y="67515"/>
                </a:cubicBezTo>
                <a:lnTo>
                  <a:pt x="78752" y="67515"/>
                </a:lnTo>
                <a:lnTo>
                  <a:pt x="78752" y="45015"/>
                </a:lnTo>
                <a:cubicBezTo>
                  <a:pt x="78752" y="38826"/>
                  <a:pt x="83815" y="33765"/>
                  <a:pt x="90001" y="33765"/>
                </a:cubicBezTo>
                <a:lnTo>
                  <a:pt x="135000" y="33750"/>
                </a:lnTo>
                <a:moveTo>
                  <a:pt x="44999" y="292500"/>
                </a:moveTo>
                <a:lnTo>
                  <a:pt x="44999" y="315000"/>
                </a:lnTo>
                <a:cubicBezTo>
                  <a:pt x="44999" y="339822"/>
                  <a:pt x="65178" y="360000"/>
                  <a:pt x="89998" y="360000"/>
                </a:cubicBezTo>
                <a:lnTo>
                  <a:pt x="292498" y="360000"/>
                </a:lnTo>
                <a:cubicBezTo>
                  <a:pt x="317317" y="360000"/>
                  <a:pt x="337497" y="339822"/>
                  <a:pt x="337497" y="315000"/>
                </a:cubicBezTo>
                <a:lnTo>
                  <a:pt x="337497" y="45000"/>
                </a:lnTo>
                <a:cubicBezTo>
                  <a:pt x="337497" y="20178"/>
                  <a:pt x="317317" y="0"/>
                  <a:pt x="292498" y="0"/>
                </a:cubicBezTo>
                <a:lnTo>
                  <a:pt x="89998" y="0"/>
                </a:lnTo>
                <a:cubicBezTo>
                  <a:pt x="65178" y="0"/>
                  <a:pt x="44999" y="20178"/>
                  <a:pt x="44999" y="45000"/>
                </a:cubicBezTo>
                <a:lnTo>
                  <a:pt x="44999" y="67500"/>
                </a:lnTo>
                <a:lnTo>
                  <a:pt x="16875" y="67500"/>
                </a:lnTo>
                <a:cubicBezTo>
                  <a:pt x="7523" y="67500"/>
                  <a:pt x="0" y="75024"/>
                  <a:pt x="0" y="84377"/>
                </a:cubicBezTo>
                <a:cubicBezTo>
                  <a:pt x="0" y="93729"/>
                  <a:pt x="7523" y="101253"/>
                  <a:pt x="16875" y="101253"/>
                </a:cubicBezTo>
                <a:lnTo>
                  <a:pt x="44999" y="101253"/>
                </a:lnTo>
                <a:lnTo>
                  <a:pt x="44999" y="163130"/>
                </a:lnTo>
                <a:lnTo>
                  <a:pt x="16875" y="163130"/>
                </a:lnTo>
                <a:cubicBezTo>
                  <a:pt x="7523" y="163130"/>
                  <a:pt x="0" y="170654"/>
                  <a:pt x="0" y="180007"/>
                </a:cubicBezTo>
                <a:cubicBezTo>
                  <a:pt x="0" y="189360"/>
                  <a:pt x="7523" y="196884"/>
                  <a:pt x="16875" y="196884"/>
                </a:cubicBezTo>
                <a:lnTo>
                  <a:pt x="44999" y="196884"/>
                </a:lnTo>
                <a:lnTo>
                  <a:pt x="44999" y="258761"/>
                </a:lnTo>
                <a:lnTo>
                  <a:pt x="16875" y="258761"/>
                </a:lnTo>
                <a:cubicBezTo>
                  <a:pt x="7523" y="258761"/>
                  <a:pt x="0" y="266285"/>
                  <a:pt x="0" y="275637"/>
                </a:cubicBezTo>
                <a:cubicBezTo>
                  <a:pt x="0" y="284990"/>
                  <a:pt x="7523" y="292514"/>
                  <a:pt x="16875" y="292514"/>
                </a:cubicBezTo>
                <a:lnTo>
                  <a:pt x="44999" y="2925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23202" y="3106744"/>
            <a:ext cx="1124726" cy="174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spcAft>
                <a:spcPts val="903"/>
              </a:spcAft>
              <a:buNone/>
            </a:pPr>
            <a:r>
              <a:rPr lang="en-US" sz="903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 documentación constante de incidencias, junto con pruebas de regresión posteriores a la corrección, asegura que no se introduzcan nuevos fallos.</a:t>
            </a:r>
            <a:endParaRPr lang="en-US" sz="903"/>
          </a:p>
        </p:txBody>
      </p:sp>
      <p:sp>
        <p:nvSpPr>
          <p:cNvPr id="23" name="Text 21"/>
          <p:cNvSpPr/>
          <p:nvPr/>
        </p:nvSpPr>
        <p:spPr>
          <a:xfrm>
            <a:off x="7723202" y="2634873"/>
            <a:ext cx="1124726" cy="3854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3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Documentación y pruebas constantes</a:t>
            </a:r>
            <a:endParaRPr lang="en-US" sz="903"/>
          </a:p>
        </p:txBody>
      </p:sp>
      <p:sp>
        <p:nvSpPr>
          <p:cNvPr id="24" name="Text 22"/>
          <p:cNvSpPr/>
          <p:nvPr/>
        </p:nvSpPr>
        <p:spPr>
          <a:xfrm>
            <a:off x="5168163" y="3567082"/>
            <a:ext cx="51429" cy="360000"/>
          </a:xfrm>
          <a:custGeom>
            <a:avLst/>
            <a:gdLst/>
            <a:ahLst/>
            <a:cxnLst/>
            <a:rect l="l" t="t" r="r" b="b"/>
            <a:pathLst>
              <a:path w="51429" h="360000">
                <a:moveTo>
                  <a:pt x="45000" y="19285"/>
                </a:moveTo>
                <a:cubicBezTo>
                  <a:pt x="45000" y="8597"/>
                  <a:pt x="36402" y="0"/>
                  <a:pt x="25714" y="0"/>
                </a:cubicBezTo>
                <a:cubicBezTo>
                  <a:pt x="15027" y="0"/>
                  <a:pt x="6429" y="8597"/>
                  <a:pt x="6429" y="19285"/>
                </a:cubicBezTo>
                <a:lnTo>
                  <a:pt x="6429" y="250715"/>
                </a:lnTo>
                <a:cubicBezTo>
                  <a:pt x="6429" y="261403"/>
                  <a:pt x="15027" y="270000"/>
                  <a:pt x="25714" y="270000"/>
                </a:cubicBezTo>
                <a:cubicBezTo>
                  <a:pt x="36402" y="270000"/>
                  <a:pt x="45000" y="261403"/>
                  <a:pt x="45000" y="250715"/>
                </a:cubicBezTo>
                <a:lnTo>
                  <a:pt x="45000" y="19285"/>
                </a:lnTo>
                <a:moveTo>
                  <a:pt x="25714" y="360000"/>
                </a:moveTo>
                <a:cubicBezTo>
                  <a:pt x="39916" y="360000"/>
                  <a:pt x="51429" y="348487"/>
                  <a:pt x="51429" y="334285"/>
                </a:cubicBezTo>
                <a:cubicBezTo>
                  <a:pt x="51429" y="320083"/>
                  <a:pt x="39916" y="308570"/>
                  <a:pt x="25714" y="308570"/>
                </a:cubicBezTo>
                <a:cubicBezTo>
                  <a:pt x="11513" y="308570"/>
                  <a:pt x="0" y="320083"/>
                  <a:pt x="0" y="334285"/>
                </a:cubicBezTo>
                <a:cubicBezTo>
                  <a:pt x="0" y="348487"/>
                  <a:pt x="11513" y="360000"/>
                  <a:pt x="25714" y="3600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47326" y="3106744"/>
            <a:ext cx="1124726" cy="174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spcAft>
                <a:spcPts val="903"/>
              </a:spcAft>
              <a:buNone/>
            </a:pPr>
            <a:r>
              <a:rPr lang="en-US" sz="903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 priorización basada en matrices de severidad y frecuencia permite enfocar recursos en los problemas más críticos primero.</a:t>
            </a:r>
            <a:endParaRPr lang="en-US" sz="903"/>
          </a:p>
        </p:txBody>
      </p:sp>
      <p:sp>
        <p:nvSpPr>
          <p:cNvPr id="26" name="Text 24"/>
          <p:cNvSpPr/>
          <p:nvPr/>
        </p:nvSpPr>
        <p:spPr>
          <a:xfrm>
            <a:off x="5647326" y="2634873"/>
            <a:ext cx="1124726" cy="3854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3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Priorización basada en severidad y frecuencia</a:t>
            </a:r>
            <a:endParaRPr lang="en-US" sz="903"/>
          </a:p>
        </p:txBody>
      </p:sp>
      <p:sp>
        <p:nvSpPr>
          <p:cNvPr id="27" name="Text 25"/>
          <p:cNvSpPr/>
          <p:nvPr/>
        </p:nvSpPr>
        <p:spPr>
          <a:xfrm>
            <a:off x="2985248" y="3567082"/>
            <a:ext cx="359965" cy="360000"/>
          </a:xfrm>
          <a:custGeom>
            <a:avLst/>
            <a:gdLst/>
            <a:ahLst/>
            <a:cxnLst/>
            <a:rect l="l" t="t" r="r" b="b"/>
            <a:pathLst>
              <a:path w="359965" h="360000">
                <a:moveTo>
                  <a:pt x="179982" y="0"/>
                </a:moveTo>
                <a:cubicBezTo>
                  <a:pt x="217246" y="0"/>
                  <a:pt x="247476" y="30233"/>
                  <a:pt x="247476" y="67493"/>
                </a:cubicBezTo>
                <a:lnTo>
                  <a:pt x="247476" y="70024"/>
                </a:lnTo>
                <a:cubicBezTo>
                  <a:pt x="247476" y="81061"/>
                  <a:pt x="238549" y="89989"/>
                  <a:pt x="227509" y="89989"/>
                </a:cubicBezTo>
                <a:lnTo>
                  <a:pt x="132525" y="89989"/>
                </a:lnTo>
                <a:cubicBezTo>
                  <a:pt x="121488" y="89989"/>
                  <a:pt x="112557" y="81061"/>
                  <a:pt x="112557" y="70024"/>
                </a:cubicBezTo>
                <a:lnTo>
                  <a:pt x="112557" y="67493"/>
                </a:lnTo>
                <a:cubicBezTo>
                  <a:pt x="112557" y="30229"/>
                  <a:pt x="142787" y="0"/>
                  <a:pt x="180051" y="0"/>
                </a:cubicBezTo>
                <a:lnTo>
                  <a:pt x="179982" y="0"/>
                </a:lnTo>
                <a:moveTo>
                  <a:pt x="27419" y="72414"/>
                </a:moveTo>
                <a:cubicBezTo>
                  <a:pt x="34027" y="65804"/>
                  <a:pt x="44715" y="65804"/>
                  <a:pt x="51252" y="72414"/>
                </a:cubicBezTo>
                <a:lnTo>
                  <a:pt x="102154" y="123314"/>
                </a:lnTo>
                <a:cubicBezTo>
                  <a:pt x="113403" y="116496"/>
                  <a:pt x="126549" y="112486"/>
                  <a:pt x="140613" y="112486"/>
                </a:cubicBezTo>
                <a:lnTo>
                  <a:pt x="219355" y="112486"/>
                </a:lnTo>
                <a:cubicBezTo>
                  <a:pt x="233416" y="112486"/>
                  <a:pt x="246565" y="116492"/>
                  <a:pt x="257742" y="123383"/>
                </a:cubicBezTo>
                <a:lnTo>
                  <a:pt x="308645" y="72410"/>
                </a:lnTo>
                <a:cubicBezTo>
                  <a:pt x="315254" y="65801"/>
                  <a:pt x="325941" y="65801"/>
                  <a:pt x="332478" y="72410"/>
                </a:cubicBezTo>
                <a:cubicBezTo>
                  <a:pt x="339015" y="79020"/>
                  <a:pt x="339087" y="89705"/>
                  <a:pt x="332478" y="96242"/>
                </a:cubicBezTo>
                <a:lnTo>
                  <a:pt x="281575" y="147143"/>
                </a:lnTo>
                <a:cubicBezTo>
                  <a:pt x="288465" y="158393"/>
                  <a:pt x="292471" y="171540"/>
                  <a:pt x="292471" y="185602"/>
                </a:cubicBezTo>
                <a:lnTo>
                  <a:pt x="343093" y="185602"/>
                </a:lnTo>
                <a:cubicBezTo>
                  <a:pt x="352445" y="185602"/>
                  <a:pt x="359968" y="193126"/>
                  <a:pt x="359968" y="202475"/>
                </a:cubicBezTo>
                <a:cubicBezTo>
                  <a:pt x="359968" y="211824"/>
                  <a:pt x="352445" y="219348"/>
                  <a:pt x="343097" y="219348"/>
                </a:cubicBezTo>
                <a:lnTo>
                  <a:pt x="292479" y="219348"/>
                </a:lnTo>
                <a:lnTo>
                  <a:pt x="292479" y="224971"/>
                </a:lnTo>
                <a:cubicBezTo>
                  <a:pt x="292479" y="244094"/>
                  <a:pt x="287698" y="262091"/>
                  <a:pt x="279261" y="277913"/>
                </a:cubicBezTo>
                <a:lnTo>
                  <a:pt x="332553" y="331135"/>
                </a:lnTo>
                <a:cubicBezTo>
                  <a:pt x="339162" y="337745"/>
                  <a:pt x="339162" y="348429"/>
                  <a:pt x="332553" y="354967"/>
                </a:cubicBezTo>
                <a:cubicBezTo>
                  <a:pt x="325945" y="361505"/>
                  <a:pt x="315257" y="361577"/>
                  <a:pt x="308720" y="354967"/>
                </a:cubicBezTo>
                <a:lnTo>
                  <a:pt x="258872" y="305121"/>
                </a:lnTo>
                <a:cubicBezTo>
                  <a:pt x="238552" y="325159"/>
                  <a:pt x="210713" y="337460"/>
                  <a:pt x="179990" y="337460"/>
                </a:cubicBezTo>
                <a:cubicBezTo>
                  <a:pt x="149267" y="337460"/>
                  <a:pt x="121423" y="325155"/>
                  <a:pt x="101107" y="305190"/>
                </a:cubicBezTo>
                <a:lnTo>
                  <a:pt x="51331" y="355035"/>
                </a:lnTo>
                <a:cubicBezTo>
                  <a:pt x="44722" y="361645"/>
                  <a:pt x="34035" y="361645"/>
                  <a:pt x="27498" y="355035"/>
                </a:cubicBezTo>
                <a:cubicBezTo>
                  <a:pt x="20961" y="348426"/>
                  <a:pt x="20889" y="337741"/>
                  <a:pt x="27498" y="331203"/>
                </a:cubicBezTo>
                <a:lnTo>
                  <a:pt x="80790" y="277913"/>
                </a:lnTo>
                <a:cubicBezTo>
                  <a:pt x="72284" y="262094"/>
                  <a:pt x="67504" y="244094"/>
                  <a:pt x="67504" y="224971"/>
                </a:cubicBezTo>
                <a:lnTo>
                  <a:pt x="67504" y="219348"/>
                </a:lnTo>
                <a:lnTo>
                  <a:pt x="16886" y="219348"/>
                </a:lnTo>
                <a:cubicBezTo>
                  <a:pt x="7534" y="219348"/>
                  <a:pt x="14" y="211824"/>
                  <a:pt x="14" y="202475"/>
                </a:cubicBezTo>
                <a:cubicBezTo>
                  <a:pt x="14" y="193126"/>
                  <a:pt x="7538" y="185602"/>
                  <a:pt x="16889" y="185602"/>
                </a:cubicBezTo>
                <a:lnTo>
                  <a:pt x="67511" y="185602"/>
                </a:lnTo>
                <a:cubicBezTo>
                  <a:pt x="67511" y="171540"/>
                  <a:pt x="71518" y="158393"/>
                  <a:pt x="78407" y="147215"/>
                </a:cubicBezTo>
                <a:lnTo>
                  <a:pt x="27436" y="96314"/>
                </a:lnTo>
                <a:cubicBezTo>
                  <a:pt x="20827" y="89705"/>
                  <a:pt x="20827" y="79020"/>
                  <a:pt x="27436" y="72482"/>
                </a:cubicBezTo>
                <a:lnTo>
                  <a:pt x="27419" y="72414"/>
                </a:lnTo>
                <a:moveTo>
                  <a:pt x="101240" y="185605"/>
                </a:moveTo>
                <a:lnTo>
                  <a:pt x="101240" y="224975"/>
                </a:lnTo>
                <a:cubicBezTo>
                  <a:pt x="101240" y="262660"/>
                  <a:pt x="127744" y="294156"/>
                  <a:pt x="163111" y="301889"/>
                </a:cubicBezTo>
                <a:lnTo>
                  <a:pt x="163111" y="196852"/>
                </a:lnTo>
                <a:cubicBezTo>
                  <a:pt x="163111" y="187502"/>
                  <a:pt x="170634" y="179978"/>
                  <a:pt x="179986" y="179978"/>
                </a:cubicBezTo>
                <a:cubicBezTo>
                  <a:pt x="189338" y="179978"/>
                  <a:pt x="196861" y="187502"/>
                  <a:pt x="196861" y="196852"/>
                </a:cubicBezTo>
                <a:lnTo>
                  <a:pt x="196861" y="301889"/>
                </a:lnTo>
                <a:cubicBezTo>
                  <a:pt x="232224" y="294156"/>
                  <a:pt x="258732" y="262660"/>
                  <a:pt x="258732" y="224975"/>
                </a:cubicBezTo>
                <a:lnTo>
                  <a:pt x="258732" y="185605"/>
                </a:lnTo>
                <a:cubicBezTo>
                  <a:pt x="258732" y="163879"/>
                  <a:pt x="241087" y="146236"/>
                  <a:pt x="219363" y="146236"/>
                </a:cubicBezTo>
                <a:lnTo>
                  <a:pt x="140620" y="146236"/>
                </a:lnTo>
                <a:cubicBezTo>
                  <a:pt x="118896" y="146236"/>
                  <a:pt x="101251" y="163883"/>
                  <a:pt x="101251" y="185605"/>
                </a:cubicBezTo>
                <a:lnTo>
                  <a:pt x="101240" y="18560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18679" y="3106744"/>
            <a:ext cx="1124726" cy="174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spcAft>
                <a:spcPts val="903"/>
              </a:spcAft>
              <a:buNone/>
            </a:pPr>
            <a:r>
              <a:rPr lang="en-US" sz="903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Este nivel de especificidad facilita al equipo de desarrollo replicar y analizar el error de forma eficiente, acelerando su resolución.</a:t>
            </a:r>
            <a:endParaRPr lang="en-US" sz="903"/>
          </a:p>
        </p:txBody>
      </p:sp>
      <p:sp>
        <p:nvSpPr>
          <p:cNvPr id="29" name="Text 27"/>
          <p:cNvSpPr/>
          <p:nvPr/>
        </p:nvSpPr>
        <p:spPr>
          <a:xfrm>
            <a:off x="3618679" y="2634873"/>
            <a:ext cx="1124726" cy="3854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3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Facilitar el análisis y resolución de errores</a:t>
            </a:r>
            <a:endParaRPr lang="en-US" sz="903"/>
          </a:p>
        </p:txBody>
      </p:sp>
      <p:sp>
        <p:nvSpPr>
          <p:cNvPr id="30" name="Text 28"/>
          <p:cNvSpPr/>
          <p:nvPr/>
        </p:nvSpPr>
        <p:spPr>
          <a:xfrm>
            <a:off x="1580570" y="3106744"/>
            <a:ext cx="1124726" cy="174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spcAft>
                <a:spcPts val="903"/>
              </a:spcAft>
              <a:buNone/>
            </a:pPr>
            <a:r>
              <a:rPr lang="en-US" sz="903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Los reportes deben ser detallados y precisos, incluyendo descripción del problema, pasos para reproducirlo, gravedad y entorno de ejecución.</a:t>
            </a:r>
            <a:endParaRPr lang="en-US" sz="903"/>
          </a:p>
        </p:txBody>
      </p:sp>
      <p:sp>
        <p:nvSpPr>
          <p:cNvPr id="31" name="Text 29"/>
          <p:cNvSpPr/>
          <p:nvPr/>
        </p:nvSpPr>
        <p:spPr>
          <a:xfrm>
            <a:off x="985635" y="3578603"/>
            <a:ext cx="270000" cy="360000"/>
          </a:xfrm>
          <a:custGeom>
            <a:avLst/>
            <a:gdLst/>
            <a:ahLst/>
            <a:cxnLst/>
            <a:rect l="l" t="t" r="r" b="b"/>
            <a:pathLst>
              <a:path w="270000" h="360000">
                <a:moveTo>
                  <a:pt x="196876" y="45000"/>
                </a:moveTo>
                <a:lnTo>
                  <a:pt x="225002" y="45000"/>
                </a:lnTo>
                <a:cubicBezTo>
                  <a:pt x="249823" y="45000"/>
                  <a:pt x="270003" y="65178"/>
                  <a:pt x="270003" y="90000"/>
                </a:cubicBezTo>
                <a:lnTo>
                  <a:pt x="270003" y="315000"/>
                </a:lnTo>
                <a:cubicBezTo>
                  <a:pt x="270003" y="339822"/>
                  <a:pt x="249823" y="360000"/>
                  <a:pt x="225002" y="360000"/>
                </a:cubicBezTo>
                <a:lnTo>
                  <a:pt x="45001" y="360000"/>
                </a:lnTo>
                <a:cubicBezTo>
                  <a:pt x="20180" y="360000"/>
                  <a:pt x="0" y="339822"/>
                  <a:pt x="0" y="315000"/>
                </a:cubicBezTo>
                <a:lnTo>
                  <a:pt x="0" y="90000"/>
                </a:lnTo>
                <a:cubicBezTo>
                  <a:pt x="0" y="65178"/>
                  <a:pt x="20180" y="45000"/>
                  <a:pt x="45001" y="45000"/>
                </a:cubicBezTo>
                <a:lnTo>
                  <a:pt x="73127" y="45000"/>
                </a:lnTo>
                <a:lnTo>
                  <a:pt x="79877" y="45000"/>
                </a:lnTo>
                <a:cubicBezTo>
                  <a:pt x="85080" y="19336"/>
                  <a:pt x="107792" y="0"/>
                  <a:pt x="135003" y="0"/>
                </a:cubicBezTo>
                <a:cubicBezTo>
                  <a:pt x="162213" y="0"/>
                  <a:pt x="184926" y="19336"/>
                  <a:pt x="190129" y="45000"/>
                </a:cubicBezTo>
                <a:lnTo>
                  <a:pt x="196876" y="45000"/>
                </a:lnTo>
                <a:moveTo>
                  <a:pt x="45001" y="78750"/>
                </a:moveTo>
                <a:cubicBezTo>
                  <a:pt x="38812" y="78750"/>
                  <a:pt x="33750" y="83812"/>
                  <a:pt x="33750" y="90000"/>
                </a:cubicBezTo>
                <a:lnTo>
                  <a:pt x="33750" y="315000"/>
                </a:lnTo>
                <a:cubicBezTo>
                  <a:pt x="33750" y="321188"/>
                  <a:pt x="38812" y="326250"/>
                  <a:pt x="45001" y="326250"/>
                </a:cubicBezTo>
                <a:lnTo>
                  <a:pt x="225002" y="326250"/>
                </a:lnTo>
                <a:cubicBezTo>
                  <a:pt x="231190" y="326250"/>
                  <a:pt x="236253" y="321188"/>
                  <a:pt x="236253" y="315000"/>
                </a:cubicBezTo>
                <a:lnTo>
                  <a:pt x="236253" y="90000"/>
                </a:lnTo>
                <a:cubicBezTo>
                  <a:pt x="236253" y="83812"/>
                  <a:pt x="231190" y="78750"/>
                  <a:pt x="225002" y="78750"/>
                </a:cubicBezTo>
                <a:lnTo>
                  <a:pt x="213751" y="78750"/>
                </a:lnTo>
                <a:lnTo>
                  <a:pt x="213751" y="95627"/>
                </a:lnTo>
                <a:cubicBezTo>
                  <a:pt x="213751" y="104980"/>
                  <a:pt x="206229" y="112504"/>
                  <a:pt x="196876" y="112504"/>
                </a:cubicBezTo>
                <a:lnTo>
                  <a:pt x="135000" y="112504"/>
                </a:lnTo>
                <a:lnTo>
                  <a:pt x="73124" y="112504"/>
                </a:lnTo>
                <a:cubicBezTo>
                  <a:pt x="63771" y="112504"/>
                  <a:pt x="56249" y="104980"/>
                  <a:pt x="56249" y="95630"/>
                </a:cubicBezTo>
                <a:lnTo>
                  <a:pt x="56249" y="78757"/>
                </a:lnTo>
                <a:lnTo>
                  <a:pt x="45001" y="78750"/>
                </a:lnTo>
                <a:moveTo>
                  <a:pt x="135000" y="73127"/>
                </a:moveTo>
                <a:cubicBezTo>
                  <a:pt x="144320" y="73127"/>
                  <a:pt x="151875" y="65570"/>
                  <a:pt x="151875" y="56254"/>
                </a:cubicBezTo>
                <a:cubicBezTo>
                  <a:pt x="151875" y="46933"/>
                  <a:pt x="144320" y="39380"/>
                  <a:pt x="135000" y="39380"/>
                </a:cubicBezTo>
                <a:cubicBezTo>
                  <a:pt x="125680" y="39380"/>
                  <a:pt x="118125" y="46937"/>
                  <a:pt x="118125" y="56257"/>
                </a:cubicBezTo>
                <a:cubicBezTo>
                  <a:pt x="118125" y="65578"/>
                  <a:pt x="125680" y="73134"/>
                  <a:pt x="135000" y="73134"/>
                </a:cubicBezTo>
                <a:lnTo>
                  <a:pt x="135000" y="7312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580570" y="2634873"/>
            <a:ext cx="1124726" cy="3854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3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Detalles clave en los reportes de incidencia</a:t>
            </a:r>
            <a:endParaRPr lang="en-US" sz="903"/>
          </a:p>
        </p:txBody>
      </p:sp>
      <p:sp>
        <p:nvSpPr>
          <p:cNvPr id="33" name="Text 3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Dobles de prueba - Definición y tipos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/>
              </a:rPr>
              <a:t>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55176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09075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65028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47082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01277" y="1759227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98442" y="3408485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989"/>
              </a:spcBef>
              <a:buNone/>
            </a:pPr>
            <a:r>
              <a:rPr lang="en-US" sz="1385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Registran cómo se utilizan métodos, ayudando a verificar llamadas y parámetros en pruebas automatizadas.</a:t>
            </a:r>
            <a:endParaRPr lang="en-US" sz="1385"/>
          </a:p>
        </p:txBody>
      </p:sp>
      <p:sp>
        <p:nvSpPr>
          <p:cNvPr id="15" name="Text 13"/>
          <p:cNvSpPr/>
          <p:nvPr/>
        </p:nvSpPr>
        <p:spPr>
          <a:xfrm>
            <a:off x="9498442" y="2739393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1303"/>
              </a:spcBef>
              <a:buNone/>
            </a:pPr>
            <a:r>
              <a:rPr lang="en-US" sz="1825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Spies</a:t>
            </a:r>
            <a:endParaRPr lang="en-US" sz="1825"/>
          </a:p>
        </p:txBody>
      </p:sp>
      <p:sp>
        <p:nvSpPr>
          <p:cNvPr id="16" name="Text 14"/>
          <p:cNvSpPr/>
          <p:nvPr/>
        </p:nvSpPr>
        <p:spPr>
          <a:xfrm>
            <a:off x="7416388" y="3408965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989"/>
              </a:spcBef>
              <a:buNone/>
            </a:pPr>
            <a:r>
              <a:rPr lang="en-US" sz="1385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Implementaciones simplificadas que aceleran pruebas, como bases de datos en memoria.</a:t>
            </a:r>
            <a:endParaRPr lang="en-US" sz="1385"/>
          </a:p>
        </p:txBody>
      </p:sp>
      <p:sp>
        <p:nvSpPr>
          <p:cNvPr id="17" name="Text 15"/>
          <p:cNvSpPr/>
          <p:nvPr/>
        </p:nvSpPr>
        <p:spPr>
          <a:xfrm>
            <a:off x="7416388" y="27435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1303"/>
              </a:spcBef>
              <a:buNone/>
            </a:pPr>
            <a:r>
              <a:rPr lang="en-US" sz="1825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Fakes</a:t>
            </a:r>
            <a:endParaRPr lang="en-US" sz="1825"/>
          </a:p>
        </p:txBody>
      </p:sp>
      <p:sp>
        <p:nvSpPr>
          <p:cNvPr id="18" name="Text 16"/>
          <p:cNvSpPr/>
          <p:nvPr/>
        </p:nvSpPr>
        <p:spPr>
          <a:xfrm>
            <a:off x="5160435" y="3375444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989"/>
              </a:spcBef>
              <a:buNone/>
            </a:pPr>
            <a:r>
              <a:rPr lang="en-US" sz="1385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Devuelven datos predefinidos para simular respuestas específicas en pruebas.</a:t>
            </a:r>
            <a:endParaRPr lang="en-US" sz="1385"/>
          </a:p>
        </p:txBody>
      </p:sp>
      <p:sp>
        <p:nvSpPr>
          <p:cNvPr id="19" name="Text 17"/>
          <p:cNvSpPr/>
          <p:nvPr/>
        </p:nvSpPr>
        <p:spPr>
          <a:xfrm>
            <a:off x="5160435" y="2729107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1303"/>
              </a:spcBef>
              <a:buNone/>
            </a:pPr>
            <a:r>
              <a:rPr lang="en-US" sz="1825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Stubs</a:t>
            </a:r>
            <a:endParaRPr lang="en-US" sz="1825"/>
          </a:p>
        </p:txBody>
      </p:sp>
      <p:sp>
        <p:nvSpPr>
          <p:cNvPr id="20" name="Text 18"/>
          <p:cNvSpPr/>
          <p:nvPr/>
        </p:nvSpPr>
        <p:spPr>
          <a:xfrm>
            <a:off x="3006536" y="3408965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989"/>
              </a:spcBef>
              <a:buNone/>
            </a:pPr>
            <a:r>
              <a:rPr lang="en-US" sz="1385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Verifican interacciones simulando comportamientos de objetos reales, ideales para pruebas unitarias e integración.</a:t>
            </a:r>
            <a:endParaRPr lang="en-US" sz="1385"/>
          </a:p>
        </p:txBody>
      </p:sp>
      <p:sp>
        <p:nvSpPr>
          <p:cNvPr id="21" name="Text 19"/>
          <p:cNvSpPr/>
          <p:nvPr/>
        </p:nvSpPr>
        <p:spPr>
          <a:xfrm>
            <a:off x="3006536" y="2739873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1303"/>
              </a:spcBef>
              <a:buNone/>
            </a:pPr>
            <a:r>
              <a:rPr lang="en-US" sz="1825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Mocks</a:t>
            </a:r>
            <a:endParaRPr lang="en-US" sz="1825"/>
          </a:p>
        </p:txBody>
      </p:sp>
      <p:sp>
        <p:nvSpPr>
          <p:cNvPr id="22" name="Text 20"/>
          <p:cNvSpPr/>
          <p:nvPr/>
        </p:nvSpPr>
        <p:spPr>
          <a:xfrm>
            <a:off x="852637" y="3399058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989"/>
              </a:spcBef>
              <a:buNone/>
            </a:pPr>
            <a:r>
              <a:rPr lang="en-US" sz="1385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Los dobles de prueba son objetos que simulan componentes reales para permitir pruebas aisladas sin depender de sistemas externos o módulos aún no disponibles.</a:t>
            </a:r>
            <a:endParaRPr lang="en-US" sz="1385"/>
          </a:p>
          <a:p>
            <a:pPr marL="0" indent="0" algn="ctr">
              <a:lnSpc>
                <a:spcPct val="90000"/>
              </a:lnSpc>
              <a:spcBef>
                <a:spcPts val="989"/>
              </a:spcBef>
              <a:buNone/>
            </a:pPr>
            <a:r>
              <a:rPr lang="en-US" sz="1385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Se utilizan para validar funcionalidades y detectar errores de manera eficiente.</a:t>
            </a:r>
            <a:endParaRPr lang="en-US" sz="1385"/>
          </a:p>
        </p:txBody>
      </p:sp>
      <p:sp>
        <p:nvSpPr>
          <p:cNvPr id="23" name="Text 21"/>
          <p:cNvSpPr/>
          <p:nvPr/>
        </p:nvSpPr>
        <p:spPr>
          <a:xfrm>
            <a:off x="852637" y="2739393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1303"/>
              </a:spcBef>
              <a:buNone/>
            </a:pPr>
            <a:r>
              <a:rPr lang="en-US" sz="1825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Definición de dobles de prueba</a:t>
            </a:r>
            <a:endParaRPr lang="en-US" sz="1825"/>
          </a:p>
        </p:txBody>
      </p:sp>
      <p:sp>
        <p:nvSpPr>
          <p:cNvPr id="24" name="Text 22"/>
          <p:cNvSpPr/>
          <p:nvPr/>
        </p:nvSpPr>
        <p:spPr>
          <a:xfrm>
            <a:off x="10184242" y="1924962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85725" y="28576"/>
                </a:moveTo>
                <a:cubicBezTo>
                  <a:pt x="85725" y="12770"/>
                  <a:pt x="98495" y="0"/>
                  <a:pt x="114300" y="0"/>
                </a:cubicBezTo>
                <a:lnTo>
                  <a:pt x="142875" y="0"/>
                </a:lnTo>
                <a:cubicBezTo>
                  <a:pt x="158680" y="0"/>
                  <a:pt x="171450" y="12770"/>
                  <a:pt x="171450" y="28576"/>
                </a:cubicBezTo>
                <a:lnTo>
                  <a:pt x="171450" y="42861"/>
                </a:lnTo>
                <a:lnTo>
                  <a:pt x="85725" y="42861"/>
                </a:lnTo>
                <a:lnTo>
                  <a:pt x="85725" y="28576"/>
                </a:lnTo>
                <a:moveTo>
                  <a:pt x="53223" y="112514"/>
                </a:moveTo>
                <a:cubicBezTo>
                  <a:pt x="57511" y="88759"/>
                  <a:pt x="78227" y="71437"/>
                  <a:pt x="102427" y="71437"/>
                </a:cubicBezTo>
                <a:lnTo>
                  <a:pt x="178596" y="71437"/>
                </a:lnTo>
                <a:cubicBezTo>
                  <a:pt x="190474" y="71437"/>
                  <a:pt x="200030" y="80990"/>
                  <a:pt x="200030" y="92868"/>
                </a:cubicBezTo>
                <a:lnTo>
                  <a:pt x="200030" y="114298"/>
                </a:lnTo>
                <a:lnTo>
                  <a:pt x="257180" y="114298"/>
                </a:lnTo>
                <a:lnTo>
                  <a:pt x="257180" y="92868"/>
                </a:lnTo>
                <a:cubicBezTo>
                  <a:pt x="257180" y="80990"/>
                  <a:pt x="266735" y="71437"/>
                  <a:pt x="278613" y="71437"/>
                </a:cubicBezTo>
                <a:lnTo>
                  <a:pt x="354783" y="71437"/>
                </a:lnTo>
                <a:cubicBezTo>
                  <a:pt x="378982" y="71437"/>
                  <a:pt x="399698" y="88759"/>
                  <a:pt x="403986" y="112514"/>
                </a:cubicBezTo>
                <a:lnTo>
                  <a:pt x="408453" y="136893"/>
                </a:lnTo>
                <a:cubicBezTo>
                  <a:pt x="411667" y="154663"/>
                  <a:pt x="418096" y="171717"/>
                  <a:pt x="427386" y="187255"/>
                </a:cubicBezTo>
                <a:lnTo>
                  <a:pt x="429709" y="191184"/>
                </a:lnTo>
                <a:cubicBezTo>
                  <a:pt x="447658" y="221188"/>
                  <a:pt x="457214" y="255476"/>
                  <a:pt x="457214" y="290392"/>
                </a:cubicBezTo>
                <a:lnTo>
                  <a:pt x="457214" y="350044"/>
                </a:lnTo>
                <a:cubicBezTo>
                  <a:pt x="457214" y="377635"/>
                  <a:pt x="434802" y="400050"/>
                  <a:pt x="407210" y="400050"/>
                </a:cubicBezTo>
                <a:lnTo>
                  <a:pt x="307197" y="400050"/>
                </a:lnTo>
                <a:cubicBezTo>
                  <a:pt x="279605" y="400050"/>
                  <a:pt x="257193" y="377635"/>
                  <a:pt x="257193" y="350044"/>
                </a:cubicBezTo>
                <a:lnTo>
                  <a:pt x="257193" y="228601"/>
                </a:lnTo>
                <a:lnTo>
                  <a:pt x="200043" y="228601"/>
                </a:lnTo>
                <a:lnTo>
                  <a:pt x="200043" y="350044"/>
                </a:lnTo>
                <a:cubicBezTo>
                  <a:pt x="200043" y="377635"/>
                  <a:pt x="177631" y="400050"/>
                  <a:pt x="150039" y="400050"/>
                </a:cubicBezTo>
                <a:lnTo>
                  <a:pt x="50027" y="400050"/>
                </a:lnTo>
                <a:cubicBezTo>
                  <a:pt x="22435" y="400050"/>
                  <a:pt x="23" y="377635"/>
                  <a:pt x="23" y="350044"/>
                </a:cubicBezTo>
                <a:lnTo>
                  <a:pt x="23" y="290392"/>
                </a:lnTo>
                <a:cubicBezTo>
                  <a:pt x="23" y="255388"/>
                  <a:pt x="9487" y="221100"/>
                  <a:pt x="27528" y="191096"/>
                </a:cubicBezTo>
                <a:lnTo>
                  <a:pt x="29851" y="187167"/>
                </a:lnTo>
                <a:cubicBezTo>
                  <a:pt x="39136" y="171629"/>
                  <a:pt x="45569" y="154575"/>
                  <a:pt x="48783" y="136805"/>
                </a:cubicBezTo>
                <a:lnTo>
                  <a:pt x="53250" y="112426"/>
                </a:lnTo>
                <a:lnTo>
                  <a:pt x="53223" y="112514"/>
                </a:lnTo>
                <a:moveTo>
                  <a:pt x="102422" y="114298"/>
                </a:moveTo>
                <a:cubicBezTo>
                  <a:pt x="98938" y="114298"/>
                  <a:pt x="95994" y="116799"/>
                  <a:pt x="95367" y="120191"/>
                </a:cubicBezTo>
                <a:lnTo>
                  <a:pt x="90901" y="144570"/>
                </a:lnTo>
                <a:cubicBezTo>
                  <a:pt x="86795" y="167429"/>
                  <a:pt x="78579" y="189308"/>
                  <a:pt x="66609" y="209310"/>
                </a:cubicBezTo>
                <a:lnTo>
                  <a:pt x="64287" y="213239"/>
                </a:lnTo>
                <a:cubicBezTo>
                  <a:pt x="50269" y="236546"/>
                  <a:pt x="42858" y="263157"/>
                  <a:pt x="42858" y="290392"/>
                </a:cubicBezTo>
                <a:lnTo>
                  <a:pt x="42858" y="350044"/>
                </a:lnTo>
                <a:cubicBezTo>
                  <a:pt x="42858" y="353972"/>
                  <a:pt x="46072" y="357189"/>
                  <a:pt x="50004" y="357189"/>
                </a:cubicBezTo>
                <a:lnTo>
                  <a:pt x="150016" y="357189"/>
                </a:lnTo>
                <a:cubicBezTo>
                  <a:pt x="153944" y="357189"/>
                  <a:pt x="157163" y="353972"/>
                  <a:pt x="157163" y="350044"/>
                </a:cubicBezTo>
                <a:lnTo>
                  <a:pt x="157163" y="114298"/>
                </a:lnTo>
                <a:lnTo>
                  <a:pt x="102422" y="114298"/>
                </a:lnTo>
                <a:moveTo>
                  <a:pt x="354778" y="114298"/>
                </a:moveTo>
                <a:lnTo>
                  <a:pt x="300038" y="114298"/>
                </a:lnTo>
                <a:lnTo>
                  <a:pt x="300038" y="350044"/>
                </a:lnTo>
                <a:cubicBezTo>
                  <a:pt x="300038" y="353972"/>
                  <a:pt x="303252" y="357189"/>
                  <a:pt x="307184" y="357189"/>
                </a:cubicBezTo>
                <a:lnTo>
                  <a:pt x="407196" y="357189"/>
                </a:lnTo>
                <a:cubicBezTo>
                  <a:pt x="411123" y="357189"/>
                  <a:pt x="414342" y="353972"/>
                  <a:pt x="414342" y="350044"/>
                </a:cubicBezTo>
                <a:lnTo>
                  <a:pt x="414342" y="290392"/>
                </a:lnTo>
                <a:cubicBezTo>
                  <a:pt x="414342" y="263245"/>
                  <a:pt x="406931" y="236546"/>
                  <a:pt x="393000" y="213239"/>
                </a:cubicBezTo>
                <a:lnTo>
                  <a:pt x="390677" y="209310"/>
                </a:lnTo>
                <a:cubicBezTo>
                  <a:pt x="378712" y="189396"/>
                  <a:pt x="370497" y="167429"/>
                  <a:pt x="366299" y="144570"/>
                </a:cubicBezTo>
                <a:lnTo>
                  <a:pt x="361833" y="120191"/>
                </a:lnTo>
                <a:cubicBezTo>
                  <a:pt x="361206" y="116799"/>
                  <a:pt x="358262" y="114298"/>
                  <a:pt x="354778" y="114298"/>
                </a:cubicBezTo>
                <a:lnTo>
                  <a:pt x="354778" y="114298"/>
                </a:lnTo>
                <a:moveTo>
                  <a:pt x="314325" y="0"/>
                </a:moveTo>
                <a:lnTo>
                  <a:pt x="342900" y="0"/>
                </a:lnTo>
                <a:cubicBezTo>
                  <a:pt x="358705" y="0"/>
                  <a:pt x="371475" y="12770"/>
                  <a:pt x="371475" y="28576"/>
                </a:cubicBezTo>
                <a:lnTo>
                  <a:pt x="371475" y="42861"/>
                </a:lnTo>
                <a:lnTo>
                  <a:pt x="285750" y="42861"/>
                </a:lnTo>
                <a:lnTo>
                  <a:pt x="285750" y="28576"/>
                </a:lnTo>
                <a:cubicBezTo>
                  <a:pt x="285750" y="12770"/>
                  <a:pt x="298520" y="0"/>
                  <a:pt x="314325" y="0"/>
                </a:cubicBezTo>
                <a:lnTo>
                  <a:pt x="314325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02188" y="1972587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50799" y="38100"/>
                </a:moveTo>
                <a:lnTo>
                  <a:pt x="406401" y="38100"/>
                </a:lnTo>
                <a:cubicBezTo>
                  <a:pt x="413387" y="38100"/>
                  <a:pt x="419102" y="43815"/>
                  <a:pt x="419102" y="50801"/>
                </a:cubicBezTo>
                <a:lnTo>
                  <a:pt x="419102" y="57470"/>
                </a:lnTo>
                <a:cubicBezTo>
                  <a:pt x="403543" y="71360"/>
                  <a:pt x="393699" y="91681"/>
                  <a:pt x="393699" y="114303"/>
                </a:cubicBezTo>
                <a:cubicBezTo>
                  <a:pt x="393699" y="136925"/>
                  <a:pt x="403543" y="157164"/>
                  <a:pt x="419102" y="171136"/>
                </a:cubicBezTo>
                <a:lnTo>
                  <a:pt x="419102" y="190503"/>
                </a:lnTo>
                <a:lnTo>
                  <a:pt x="38103" y="190503"/>
                </a:lnTo>
                <a:lnTo>
                  <a:pt x="38103" y="171136"/>
                </a:lnTo>
                <a:cubicBezTo>
                  <a:pt x="53662" y="157167"/>
                  <a:pt x="63505" y="136925"/>
                  <a:pt x="63505" y="114303"/>
                </a:cubicBezTo>
                <a:cubicBezTo>
                  <a:pt x="63505" y="91681"/>
                  <a:pt x="53662" y="71442"/>
                  <a:pt x="38103" y="57470"/>
                </a:cubicBezTo>
                <a:lnTo>
                  <a:pt x="38103" y="50801"/>
                </a:lnTo>
                <a:cubicBezTo>
                  <a:pt x="38103" y="43815"/>
                  <a:pt x="43818" y="38100"/>
                  <a:pt x="50804" y="38100"/>
                </a:cubicBezTo>
                <a:lnTo>
                  <a:pt x="50799" y="38100"/>
                </a:lnTo>
                <a:moveTo>
                  <a:pt x="419102" y="228600"/>
                </a:moveTo>
                <a:lnTo>
                  <a:pt x="419102" y="266700"/>
                </a:lnTo>
                <a:lnTo>
                  <a:pt x="374653" y="266700"/>
                </a:lnTo>
                <a:cubicBezTo>
                  <a:pt x="374653" y="256142"/>
                  <a:pt x="366158" y="247650"/>
                  <a:pt x="355601" y="247650"/>
                </a:cubicBezTo>
                <a:cubicBezTo>
                  <a:pt x="345044" y="247650"/>
                  <a:pt x="336549" y="256142"/>
                  <a:pt x="336549" y="266700"/>
                </a:cubicBezTo>
                <a:lnTo>
                  <a:pt x="311147" y="266700"/>
                </a:lnTo>
                <a:cubicBezTo>
                  <a:pt x="311147" y="256142"/>
                  <a:pt x="302653" y="247650"/>
                  <a:pt x="292096" y="247650"/>
                </a:cubicBezTo>
                <a:cubicBezTo>
                  <a:pt x="281539" y="247650"/>
                  <a:pt x="273044" y="256142"/>
                  <a:pt x="273044" y="266700"/>
                </a:cubicBezTo>
                <a:lnTo>
                  <a:pt x="247642" y="266700"/>
                </a:lnTo>
                <a:cubicBezTo>
                  <a:pt x="247642" y="256142"/>
                  <a:pt x="239148" y="247650"/>
                  <a:pt x="228591" y="247650"/>
                </a:cubicBezTo>
                <a:cubicBezTo>
                  <a:pt x="218034" y="247650"/>
                  <a:pt x="209539" y="256142"/>
                  <a:pt x="209539" y="266700"/>
                </a:cubicBezTo>
                <a:lnTo>
                  <a:pt x="184137" y="266700"/>
                </a:lnTo>
                <a:cubicBezTo>
                  <a:pt x="184137" y="256142"/>
                  <a:pt x="175643" y="247650"/>
                  <a:pt x="165086" y="247650"/>
                </a:cubicBezTo>
                <a:cubicBezTo>
                  <a:pt x="154529" y="247650"/>
                  <a:pt x="146034" y="256142"/>
                  <a:pt x="146034" y="266700"/>
                </a:cubicBezTo>
                <a:lnTo>
                  <a:pt x="120632" y="266700"/>
                </a:lnTo>
                <a:cubicBezTo>
                  <a:pt x="120632" y="256142"/>
                  <a:pt x="112137" y="247650"/>
                  <a:pt x="101581" y="247650"/>
                </a:cubicBezTo>
                <a:cubicBezTo>
                  <a:pt x="91024" y="247650"/>
                  <a:pt x="82529" y="256142"/>
                  <a:pt x="82529" y="266700"/>
                </a:cubicBezTo>
                <a:lnTo>
                  <a:pt x="38080" y="266700"/>
                </a:lnTo>
                <a:lnTo>
                  <a:pt x="38080" y="228600"/>
                </a:lnTo>
                <a:lnTo>
                  <a:pt x="419102" y="228600"/>
                </a:lnTo>
                <a:moveTo>
                  <a:pt x="50799" y="0"/>
                </a:moveTo>
                <a:cubicBezTo>
                  <a:pt x="22782" y="0"/>
                  <a:pt x="0" y="22781"/>
                  <a:pt x="0" y="50801"/>
                </a:cubicBezTo>
                <a:lnTo>
                  <a:pt x="0" y="69376"/>
                </a:lnTo>
                <a:cubicBezTo>
                  <a:pt x="0" y="74774"/>
                  <a:pt x="3493" y="79376"/>
                  <a:pt x="8015" y="82314"/>
                </a:cubicBezTo>
                <a:cubicBezTo>
                  <a:pt x="18494" y="89142"/>
                  <a:pt x="25397" y="100889"/>
                  <a:pt x="25397" y="114303"/>
                </a:cubicBezTo>
                <a:cubicBezTo>
                  <a:pt x="25397" y="127717"/>
                  <a:pt x="18494" y="139464"/>
                  <a:pt x="8015" y="146292"/>
                </a:cubicBezTo>
                <a:cubicBezTo>
                  <a:pt x="3488" y="149230"/>
                  <a:pt x="0" y="153833"/>
                  <a:pt x="0" y="159231"/>
                </a:cubicBezTo>
                <a:lnTo>
                  <a:pt x="0" y="279404"/>
                </a:lnTo>
                <a:cubicBezTo>
                  <a:pt x="0" y="293452"/>
                  <a:pt x="11352" y="304803"/>
                  <a:pt x="25402" y="304803"/>
                </a:cubicBezTo>
                <a:lnTo>
                  <a:pt x="431803" y="304803"/>
                </a:lnTo>
                <a:cubicBezTo>
                  <a:pt x="445852" y="304803"/>
                  <a:pt x="457205" y="293452"/>
                  <a:pt x="457205" y="279404"/>
                </a:cubicBezTo>
                <a:lnTo>
                  <a:pt x="457205" y="159231"/>
                </a:lnTo>
                <a:cubicBezTo>
                  <a:pt x="457205" y="153833"/>
                  <a:pt x="453712" y="149230"/>
                  <a:pt x="449190" y="146292"/>
                </a:cubicBezTo>
                <a:cubicBezTo>
                  <a:pt x="438711" y="139464"/>
                  <a:pt x="431807" y="127717"/>
                  <a:pt x="431807" y="114303"/>
                </a:cubicBezTo>
                <a:cubicBezTo>
                  <a:pt x="431807" y="100889"/>
                  <a:pt x="438711" y="89142"/>
                  <a:pt x="449190" y="82314"/>
                </a:cubicBezTo>
                <a:cubicBezTo>
                  <a:pt x="453716" y="79376"/>
                  <a:pt x="457205" y="74774"/>
                  <a:pt x="457205" y="69376"/>
                </a:cubicBezTo>
                <a:lnTo>
                  <a:pt x="457205" y="50801"/>
                </a:lnTo>
                <a:cubicBezTo>
                  <a:pt x="457205" y="22781"/>
                  <a:pt x="434422" y="0"/>
                  <a:pt x="406405" y="0"/>
                </a:cubicBezTo>
                <a:lnTo>
                  <a:pt x="50799" y="0"/>
                </a:lnTo>
                <a:moveTo>
                  <a:pt x="133352" y="63499"/>
                </a:moveTo>
                <a:cubicBezTo>
                  <a:pt x="122795" y="63499"/>
                  <a:pt x="114300" y="71991"/>
                  <a:pt x="114300" y="82549"/>
                </a:cubicBezTo>
                <a:lnTo>
                  <a:pt x="114300" y="146048"/>
                </a:lnTo>
                <a:cubicBezTo>
                  <a:pt x="114300" y="156606"/>
                  <a:pt x="122795" y="165098"/>
                  <a:pt x="133352" y="165098"/>
                </a:cubicBezTo>
                <a:cubicBezTo>
                  <a:pt x="143908" y="165098"/>
                  <a:pt x="152403" y="156606"/>
                  <a:pt x="152403" y="146048"/>
                </a:cubicBezTo>
                <a:lnTo>
                  <a:pt x="152403" y="82549"/>
                </a:lnTo>
                <a:cubicBezTo>
                  <a:pt x="152403" y="71991"/>
                  <a:pt x="143908" y="63499"/>
                  <a:pt x="133352" y="63499"/>
                </a:cubicBezTo>
                <a:lnTo>
                  <a:pt x="133352" y="63499"/>
                </a:lnTo>
                <a:moveTo>
                  <a:pt x="228600" y="63499"/>
                </a:moveTo>
                <a:cubicBezTo>
                  <a:pt x="218043" y="63499"/>
                  <a:pt x="209548" y="71991"/>
                  <a:pt x="209548" y="82549"/>
                </a:cubicBezTo>
                <a:lnTo>
                  <a:pt x="209548" y="146048"/>
                </a:lnTo>
                <a:cubicBezTo>
                  <a:pt x="209548" y="156606"/>
                  <a:pt x="218043" y="165098"/>
                  <a:pt x="228600" y="165098"/>
                </a:cubicBezTo>
                <a:cubicBezTo>
                  <a:pt x="239157" y="165098"/>
                  <a:pt x="247652" y="156606"/>
                  <a:pt x="247652" y="146048"/>
                </a:cubicBezTo>
                <a:lnTo>
                  <a:pt x="247652" y="82549"/>
                </a:lnTo>
                <a:cubicBezTo>
                  <a:pt x="247652" y="71991"/>
                  <a:pt x="239157" y="63499"/>
                  <a:pt x="228600" y="63499"/>
                </a:cubicBezTo>
                <a:lnTo>
                  <a:pt x="228600" y="63499"/>
                </a:lnTo>
                <a:moveTo>
                  <a:pt x="323848" y="63499"/>
                </a:moveTo>
                <a:cubicBezTo>
                  <a:pt x="313292" y="63499"/>
                  <a:pt x="304797" y="71991"/>
                  <a:pt x="304797" y="82549"/>
                </a:cubicBezTo>
                <a:lnTo>
                  <a:pt x="304797" y="146048"/>
                </a:lnTo>
                <a:cubicBezTo>
                  <a:pt x="304797" y="156606"/>
                  <a:pt x="313292" y="165098"/>
                  <a:pt x="323848" y="165098"/>
                </a:cubicBezTo>
                <a:cubicBezTo>
                  <a:pt x="334405" y="165098"/>
                  <a:pt x="342900" y="156606"/>
                  <a:pt x="342900" y="146048"/>
                </a:cubicBezTo>
                <a:lnTo>
                  <a:pt x="342900" y="82549"/>
                </a:lnTo>
                <a:cubicBezTo>
                  <a:pt x="342900" y="71991"/>
                  <a:pt x="334405" y="63499"/>
                  <a:pt x="323848" y="63499"/>
                </a:cubicBezTo>
                <a:lnTo>
                  <a:pt x="323848" y="6349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46235" y="1942107"/>
            <a:ext cx="457200" cy="365760"/>
          </a:xfrm>
          <a:custGeom>
            <a:avLst/>
            <a:gdLst/>
            <a:ahLst/>
            <a:cxnLst/>
            <a:rect l="l" t="t" r="r" b="b"/>
            <a:pathLst>
              <a:path w="457200" h="365760">
                <a:moveTo>
                  <a:pt x="228600" y="0"/>
                </a:moveTo>
                <a:cubicBezTo>
                  <a:pt x="238101" y="0"/>
                  <a:pt x="245745" y="7644"/>
                  <a:pt x="245745" y="17147"/>
                </a:cubicBezTo>
                <a:lnTo>
                  <a:pt x="245745" y="68584"/>
                </a:lnTo>
                <a:lnTo>
                  <a:pt x="320040" y="68584"/>
                </a:lnTo>
                <a:cubicBezTo>
                  <a:pt x="357901" y="68584"/>
                  <a:pt x="388620" y="99300"/>
                  <a:pt x="388620" y="137164"/>
                </a:cubicBezTo>
                <a:lnTo>
                  <a:pt x="388620" y="297184"/>
                </a:lnTo>
                <a:cubicBezTo>
                  <a:pt x="388620" y="335047"/>
                  <a:pt x="357901" y="365764"/>
                  <a:pt x="320040" y="365764"/>
                </a:cubicBezTo>
                <a:lnTo>
                  <a:pt x="137160" y="365764"/>
                </a:lnTo>
                <a:cubicBezTo>
                  <a:pt x="99299" y="365764"/>
                  <a:pt x="68580" y="335047"/>
                  <a:pt x="68580" y="297184"/>
                </a:cubicBezTo>
                <a:lnTo>
                  <a:pt x="68580" y="137164"/>
                </a:lnTo>
                <a:cubicBezTo>
                  <a:pt x="68580" y="99300"/>
                  <a:pt x="99299" y="68584"/>
                  <a:pt x="137160" y="68584"/>
                </a:cubicBezTo>
                <a:lnTo>
                  <a:pt x="211455" y="68584"/>
                </a:lnTo>
                <a:lnTo>
                  <a:pt x="211455" y="17150"/>
                </a:lnTo>
                <a:cubicBezTo>
                  <a:pt x="211455" y="7648"/>
                  <a:pt x="219099" y="7"/>
                  <a:pt x="228600" y="7"/>
                </a:cubicBezTo>
                <a:lnTo>
                  <a:pt x="228600" y="0"/>
                </a:lnTo>
                <a:moveTo>
                  <a:pt x="137160" y="102870"/>
                </a:moveTo>
                <a:cubicBezTo>
                  <a:pt x="118227" y="102870"/>
                  <a:pt x="102870" y="118228"/>
                  <a:pt x="102870" y="137160"/>
                </a:cubicBezTo>
                <a:lnTo>
                  <a:pt x="102870" y="297180"/>
                </a:lnTo>
                <a:cubicBezTo>
                  <a:pt x="102870" y="316112"/>
                  <a:pt x="118227" y="331470"/>
                  <a:pt x="137160" y="331470"/>
                </a:cubicBezTo>
                <a:lnTo>
                  <a:pt x="320040" y="331470"/>
                </a:lnTo>
                <a:cubicBezTo>
                  <a:pt x="338973" y="331470"/>
                  <a:pt x="354330" y="316112"/>
                  <a:pt x="354330" y="297180"/>
                </a:cubicBezTo>
                <a:lnTo>
                  <a:pt x="354330" y="137160"/>
                </a:lnTo>
                <a:cubicBezTo>
                  <a:pt x="354330" y="118228"/>
                  <a:pt x="338973" y="102870"/>
                  <a:pt x="320040" y="102870"/>
                </a:cubicBezTo>
                <a:lnTo>
                  <a:pt x="228600" y="102870"/>
                </a:lnTo>
                <a:lnTo>
                  <a:pt x="137160" y="102870"/>
                </a:lnTo>
                <a:moveTo>
                  <a:pt x="34290" y="160020"/>
                </a:moveTo>
                <a:lnTo>
                  <a:pt x="45720" y="160020"/>
                </a:lnTo>
                <a:lnTo>
                  <a:pt x="45720" y="297180"/>
                </a:lnTo>
                <a:lnTo>
                  <a:pt x="34290" y="297180"/>
                </a:lnTo>
                <a:cubicBezTo>
                  <a:pt x="15357" y="297180"/>
                  <a:pt x="0" y="281822"/>
                  <a:pt x="0" y="262890"/>
                </a:cubicBezTo>
                <a:lnTo>
                  <a:pt x="0" y="194310"/>
                </a:lnTo>
                <a:cubicBezTo>
                  <a:pt x="0" y="175378"/>
                  <a:pt x="15357" y="160020"/>
                  <a:pt x="34290" y="160020"/>
                </a:cubicBezTo>
                <a:lnTo>
                  <a:pt x="34290" y="160020"/>
                </a:lnTo>
                <a:moveTo>
                  <a:pt x="422910" y="160020"/>
                </a:moveTo>
                <a:cubicBezTo>
                  <a:pt x="441843" y="160020"/>
                  <a:pt x="457200" y="175378"/>
                  <a:pt x="457200" y="194310"/>
                </a:cubicBezTo>
                <a:lnTo>
                  <a:pt x="457200" y="262890"/>
                </a:lnTo>
                <a:cubicBezTo>
                  <a:pt x="457200" y="281822"/>
                  <a:pt x="441843" y="297180"/>
                  <a:pt x="422910" y="297180"/>
                </a:cubicBezTo>
                <a:lnTo>
                  <a:pt x="411480" y="297180"/>
                </a:lnTo>
                <a:lnTo>
                  <a:pt x="411480" y="160020"/>
                </a:lnTo>
                <a:lnTo>
                  <a:pt x="422910" y="160020"/>
                </a:lnTo>
                <a:moveTo>
                  <a:pt x="148590" y="274320"/>
                </a:moveTo>
                <a:lnTo>
                  <a:pt x="171450" y="274320"/>
                </a:lnTo>
                <a:cubicBezTo>
                  <a:pt x="177737" y="274320"/>
                  <a:pt x="182880" y="279463"/>
                  <a:pt x="182880" y="285750"/>
                </a:cubicBezTo>
                <a:cubicBezTo>
                  <a:pt x="182880" y="292037"/>
                  <a:pt x="177737" y="297180"/>
                  <a:pt x="171450" y="297180"/>
                </a:cubicBezTo>
                <a:lnTo>
                  <a:pt x="148590" y="297180"/>
                </a:lnTo>
                <a:cubicBezTo>
                  <a:pt x="142304" y="297180"/>
                  <a:pt x="137160" y="292037"/>
                  <a:pt x="137160" y="285750"/>
                </a:cubicBezTo>
                <a:cubicBezTo>
                  <a:pt x="137160" y="279463"/>
                  <a:pt x="142304" y="274320"/>
                  <a:pt x="148590" y="274320"/>
                </a:cubicBezTo>
                <a:moveTo>
                  <a:pt x="217170" y="274320"/>
                </a:moveTo>
                <a:lnTo>
                  <a:pt x="240030" y="274320"/>
                </a:lnTo>
                <a:cubicBezTo>
                  <a:pt x="246316" y="274320"/>
                  <a:pt x="251460" y="279463"/>
                  <a:pt x="251460" y="285750"/>
                </a:cubicBezTo>
                <a:cubicBezTo>
                  <a:pt x="251460" y="292037"/>
                  <a:pt x="246316" y="297180"/>
                  <a:pt x="240030" y="297180"/>
                </a:cubicBezTo>
                <a:lnTo>
                  <a:pt x="217170" y="297180"/>
                </a:lnTo>
                <a:cubicBezTo>
                  <a:pt x="210884" y="297180"/>
                  <a:pt x="205740" y="292037"/>
                  <a:pt x="205740" y="285750"/>
                </a:cubicBezTo>
                <a:cubicBezTo>
                  <a:pt x="205740" y="279463"/>
                  <a:pt x="210884" y="274320"/>
                  <a:pt x="217170" y="274320"/>
                </a:cubicBezTo>
                <a:moveTo>
                  <a:pt x="285750" y="274320"/>
                </a:moveTo>
                <a:lnTo>
                  <a:pt x="308610" y="274320"/>
                </a:lnTo>
                <a:cubicBezTo>
                  <a:pt x="314896" y="274320"/>
                  <a:pt x="320040" y="279463"/>
                  <a:pt x="320040" y="285750"/>
                </a:cubicBezTo>
                <a:cubicBezTo>
                  <a:pt x="320040" y="292037"/>
                  <a:pt x="314897" y="297180"/>
                  <a:pt x="308610" y="297180"/>
                </a:cubicBezTo>
                <a:lnTo>
                  <a:pt x="285750" y="297180"/>
                </a:lnTo>
                <a:cubicBezTo>
                  <a:pt x="279464" y="297180"/>
                  <a:pt x="274320" y="292037"/>
                  <a:pt x="274320" y="285750"/>
                </a:cubicBezTo>
                <a:cubicBezTo>
                  <a:pt x="274320" y="279463"/>
                  <a:pt x="279464" y="274320"/>
                  <a:pt x="285750" y="274320"/>
                </a:cubicBezTo>
                <a:moveTo>
                  <a:pt x="142875" y="182880"/>
                </a:moveTo>
                <a:cubicBezTo>
                  <a:pt x="142875" y="167097"/>
                  <a:pt x="155667" y="154307"/>
                  <a:pt x="171450" y="154307"/>
                </a:cubicBezTo>
                <a:cubicBezTo>
                  <a:pt x="187233" y="154307"/>
                  <a:pt x="200025" y="167101"/>
                  <a:pt x="200025" y="182884"/>
                </a:cubicBezTo>
                <a:cubicBezTo>
                  <a:pt x="200025" y="198666"/>
                  <a:pt x="187233" y="211460"/>
                  <a:pt x="171450" y="211460"/>
                </a:cubicBezTo>
                <a:cubicBezTo>
                  <a:pt x="155667" y="211460"/>
                  <a:pt x="142875" y="198666"/>
                  <a:pt x="142875" y="182887"/>
                </a:cubicBezTo>
                <a:lnTo>
                  <a:pt x="142875" y="182880"/>
                </a:lnTo>
                <a:moveTo>
                  <a:pt x="285750" y="154307"/>
                </a:moveTo>
                <a:cubicBezTo>
                  <a:pt x="301533" y="154307"/>
                  <a:pt x="314325" y="167101"/>
                  <a:pt x="314325" y="182884"/>
                </a:cubicBezTo>
                <a:cubicBezTo>
                  <a:pt x="314325" y="198666"/>
                  <a:pt x="301533" y="211460"/>
                  <a:pt x="285750" y="211460"/>
                </a:cubicBezTo>
                <a:cubicBezTo>
                  <a:pt x="269967" y="211460"/>
                  <a:pt x="257175" y="198666"/>
                  <a:pt x="257175" y="182887"/>
                </a:cubicBezTo>
                <a:cubicBezTo>
                  <a:pt x="257175" y="167105"/>
                  <a:pt x="269967" y="154314"/>
                  <a:pt x="285750" y="154314"/>
                </a:cubicBezTo>
                <a:lnTo>
                  <a:pt x="285750" y="15430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02029" y="1896387"/>
            <a:ext cx="437813" cy="457200"/>
          </a:xfrm>
          <a:custGeom>
            <a:avLst/>
            <a:gdLst/>
            <a:ahLst/>
            <a:cxnLst/>
            <a:rect l="l" t="t" r="r" b="b"/>
            <a:pathLst>
              <a:path w="437813" h="457200">
                <a:moveTo>
                  <a:pt x="218911" y="0"/>
                </a:moveTo>
                <a:cubicBezTo>
                  <a:pt x="234090" y="0"/>
                  <a:pt x="248914" y="1518"/>
                  <a:pt x="263380" y="4289"/>
                </a:cubicBezTo>
                <a:cubicBezTo>
                  <a:pt x="270433" y="5628"/>
                  <a:pt x="282845" y="9734"/>
                  <a:pt x="289631" y="22238"/>
                </a:cubicBezTo>
                <a:cubicBezTo>
                  <a:pt x="291417" y="25544"/>
                  <a:pt x="292845" y="29023"/>
                  <a:pt x="293738" y="32777"/>
                </a:cubicBezTo>
                <a:lnTo>
                  <a:pt x="302043" y="67158"/>
                </a:lnTo>
                <a:cubicBezTo>
                  <a:pt x="303295" y="72338"/>
                  <a:pt x="312043" y="77427"/>
                  <a:pt x="317134" y="75909"/>
                </a:cubicBezTo>
                <a:lnTo>
                  <a:pt x="351069" y="65905"/>
                </a:lnTo>
                <a:cubicBezTo>
                  <a:pt x="354642" y="64836"/>
                  <a:pt x="358302" y="64296"/>
                  <a:pt x="361962" y="64209"/>
                </a:cubicBezTo>
                <a:cubicBezTo>
                  <a:pt x="376340" y="63761"/>
                  <a:pt x="386073" y="72603"/>
                  <a:pt x="390805" y="77962"/>
                </a:cubicBezTo>
                <a:cubicBezTo>
                  <a:pt x="410542" y="100374"/>
                  <a:pt x="425721" y="126718"/>
                  <a:pt x="435366" y="155023"/>
                </a:cubicBezTo>
                <a:cubicBezTo>
                  <a:pt x="437686" y="161808"/>
                  <a:pt x="440366" y="174490"/>
                  <a:pt x="432954" y="186634"/>
                </a:cubicBezTo>
                <a:cubicBezTo>
                  <a:pt x="430988" y="189848"/>
                  <a:pt x="428580" y="192884"/>
                  <a:pt x="425808" y="195563"/>
                </a:cubicBezTo>
                <a:lnTo>
                  <a:pt x="400179" y="219941"/>
                </a:lnTo>
                <a:cubicBezTo>
                  <a:pt x="396427" y="223511"/>
                  <a:pt x="396427" y="233780"/>
                  <a:pt x="400179" y="237355"/>
                </a:cubicBezTo>
                <a:lnTo>
                  <a:pt x="425808" y="261733"/>
                </a:lnTo>
                <a:cubicBezTo>
                  <a:pt x="428575" y="264412"/>
                  <a:pt x="430988" y="267448"/>
                  <a:pt x="432954" y="270662"/>
                </a:cubicBezTo>
                <a:cubicBezTo>
                  <a:pt x="440274" y="282806"/>
                  <a:pt x="437599" y="295488"/>
                  <a:pt x="435366" y="302273"/>
                </a:cubicBezTo>
                <a:cubicBezTo>
                  <a:pt x="425721" y="330578"/>
                  <a:pt x="410542" y="356835"/>
                  <a:pt x="390805" y="379334"/>
                </a:cubicBezTo>
                <a:cubicBezTo>
                  <a:pt x="386073" y="384693"/>
                  <a:pt x="376248" y="393530"/>
                  <a:pt x="361962" y="393087"/>
                </a:cubicBezTo>
                <a:cubicBezTo>
                  <a:pt x="358302" y="392995"/>
                  <a:pt x="354642" y="392374"/>
                  <a:pt x="351069" y="391391"/>
                </a:cubicBezTo>
                <a:lnTo>
                  <a:pt x="317134" y="381300"/>
                </a:lnTo>
                <a:cubicBezTo>
                  <a:pt x="312043" y="379782"/>
                  <a:pt x="303295" y="384871"/>
                  <a:pt x="302043" y="390051"/>
                </a:cubicBezTo>
                <a:lnTo>
                  <a:pt x="293738" y="424432"/>
                </a:lnTo>
                <a:cubicBezTo>
                  <a:pt x="292845" y="428182"/>
                  <a:pt x="291417" y="431757"/>
                  <a:pt x="289631" y="434971"/>
                </a:cubicBezTo>
                <a:cubicBezTo>
                  <a:pt x="282753" y="447471"/>
                  <a:pt x="270341" y="451490"/>
                  <a:pt x="263380" y="452921"/>
                </a:cubicBezTo>
                <a:cubicBezTo>
                  <a:pt x="248914" y="455687"/>
                  <a:pt x="234090" y="457205"/>
                  <a:pt x="218911" y="457205"/>
                </a:cubicBezTo>
                <a:cubicBezTo>
                  <a:pt x="203732" y="457205"/>
                  <a:pt x="188908" y="455687"/>
                  <a:pt x="174442" y="452916"/>
                </a:cubicBezTo>
                <a:cubicBezTo>
                  <a:pt x="167389" y="451576"/>
                  <a:pt x="154977" y="447471"/>
                  <a:pt x="148191" y="434966"/>
                </a:cubicBezTo>
                <a:cubicBezTo>
                  <a:pt x="146405" y="431661"/>
                  <a:pt x="144978" y="428182"/>
                  <a:pt x="144084" y="424428"/>
                </a:cubicBezTo>
                <a:lnTo>
                  <a:pt x="135779" y="390046"/>
                </a:lnTo>
                <a:cubicBezTo>
                  <a:pt x="134527" y="384866"/>
                  <a:pt x="125779" y="379778"/>
                  <a:pt x="120688" y="381296"/>
                </a:cubicBezTo>
                <a:lnTo>
                  <a:pt x="86753" y="391295"/>
                </a:lnTo>
                <a:cubicBezTo>
                  <a:pt x="83180" y="392364"/>
                  <a:pt x="79520" y="392904"/>
                  <a:pt x="75860" y="392991"/>
                </a:cubicBezTo>
                <a:cubicBezTo>
                  <a:pt x="61482" y="393439"/>
                  <a:pt x="51750" y="384597"/>
                  <a:pt x="47017" y="379238"/>
                </a:cubicBezTo>
                <a:cubicBezTo>
                  <a:pt x="27372" y="356826"/>
                  <a:pt x="12101" y="330482"/>
                  <a:pt x="2456" y="302177"/>
                </a:cubicBezTo>
                <a:cubicBezTo>
                  <a:pt x="136" y="295392"/>
                  <a:pt x="-2544" y="282710"/>
                  <a:pt x="4869" y="270566"/>
                </a:cubicBezTo>
                <a:cubicBezTo>
                  <a:pt x="6834" y="267352"/>
                  <a:pt x="9242" y="264316"/>
                  <a:pt x="12014" y="261637"/>
                </a:cubicBezTo>
                <a:lnTo>
                  <a:pt x="37643" y="237259"/>
                </a:lnTo>
                <a:cubicBezTo>
                  <a:pt x="41395" y="233689"/>
                  <a:pt x="41395" y="223420"/>
                  <a:pt x="37643" y="219845"/>
                </a:cubicBezTo>
                <a:lnTo>
                  <a:pt x="11926" y="195467"/>
                </a:lnTo>
                <a:cubicBezTo>
                  <a:pt x="9159" y="192788"/>
                  <a:pt x="6747" y="189752"/>
                  <a:pt x="4781" y="186538"/>
                </a:cubicBezTo>
                <a:cubicBezTo>
                  <a:pt x="-2539" y="174394"/>
                  <a:pt x="136" y="161712"/>
                  <a:pt x="2461" y="155014"/>
                </a:cubicBezTo>
                <a:cubicBezTo>
                  <a:pt x="12106" y="126708"/>
                  <a:pt x="27285" y="100451"/>
                  <a:pt x="47021" y="77953"/>
                </a:cubicBezTo>
                <a:cubicBezTo>
                  <a:pt x="51754" y="72594"/>
                  <a:pt x="61579" y="63757"/>
                  <a:pt x="75864" y="64200"/>
                </a:cubicBezTo>
                <a:cubicBezTo>
                  <a:pt x="79525" y="64291"/>
                  <a:pt x="83185" y="64913"/>
                  <a:pt x="86757" y="65896"/>
                </a:cubicBezTo>
                <a:lnTo>
                  <a:pt x="120692" y="75900"/>
                </a:lnTo>
                <a:cubicBezTo>
                  <a:pt x="125784" y="77418"/>
                  <a:pt x="134531" y="72329"/>
                  <a:pt x="135784" y="67149"/>
                </a:cubicBezTo>
                <a:lnTo>
                  <a:pt x="144089" y="32768"/>
                </a:lnTo>
                <a:cubicBezTo>
                  <a:pt x="144982" y="29018"/>
                  <a:pt x="146409" y="25443"/>
                  <a:pt x="148196" y="22229"/>
                </a:cubicBezTo>
                <a:cubicBezTo>
                  <a:pt x="155074" y="9729"/>
                  <a:pt x="167486" y="5710"/>
                  <a:pt x="174447" y="4279"/>
                </a:cubicBezTo>
                <a:cubicBezTo>
                  <a:pt x="188912" y="1513"/>
                  <a:pt x="203737" y="-9"/>
                  <a:pt x="218916" y="-9"/>
                </a:cubicBezTo>
                <a:lnTo>
                  <a:pt x="218911" y="0"/>
                </a:lnTo>
                <a:moveTo>
                  <a:pt x="185068" y="45898"/>
                </a:moveTo>
                <a:lnTo>
                  <a:pt x="177476" y="77239"/>
                </a:lnTo>
                <a:cubicBezTo>
                  <a:pt x="170511" y="106084"/>
                  <a:pt x="137027" y="125369"/>
                  <a:pt x="108538" y="117066"/>
                </a:cubicBezTo>
                <a:lnTo>
                  <a:pt x="77729" y="107959"/>
                </a:lnTo>
                <a:cubicBezTo>
                  <a:pt x="62997" y="125195"/>
                  <a:pt x="51386" y="145198"/>
                  <a:pt x="43795" y="166627"/>
                </a:cubicBezTo>
                <a:lnTo>
                  <a:pt x="67191" y="188860"/>
                </a:lnTo>
                <a:cubicBezTo>
                  <a:pt x="88622" y="209219"/>
                  <a:pt x="88622" y="247976"/>
                  <a:pt x="67191" y="268335"/>
                </a:cubicBezTo>
                <a:lnTo>
                  <a:pt x="43795" y="290569"/>
                </a:lnTo>
                <a:cubicBezTo>
                  <a:pt x="51386" y="312002"/>
                  <a:pt x="62993" y="332000"/>
                  <a:pt x="77729" y="349237"/>
                </a:cubicBezTo>
                <a:lnTo>
                  <a:pt x="108626" y="340129"/>
                </a:lnTo>
                <a:cubicBezTo>
                  <a:pt x="137023" y="331735"/>
                  <a:pt x="170598" y="351111"/>
                  <a:pt x="177564" y="379956"/>
                </a:cubicBezTo>
                <a:lnTo>
                  <a:pt x="185156" y="411297"/>
                </a:lnTo>
                <a:cubicBezTo>
                  <a:pt x="207121" y="415316"/>
                  <a:pt x="230964" y="415316"/>
                  <a:pt x="252934" y="411297"/>
                </a:cubicBezTo>
                <a:lnTo>
                  <a:pt x="260525" y="379956"/>
                </a:lnTo>
                <a:cubicBezTo>
                  <a:pt x="267491" y="351111"/>
                  <a:pt x="300975" y="331827"/>
                  <a:pt x="329463" y="340129"/>
                </a:cubicBezTo>
                <a:lnTo>
                  <a:pt x="360360" y="349237"/>
                </a:lnTo>
                <a:cubicBezTo>
                  <a:pt x="375092" y="332000"/>
                  <a:pt x="386703" y="311998"/>
                  <a:pt x="394295" y="290569"/>
                </a:cubicBezTo>
                <a:lnTo>
                  <a:pt x="370898" y="268335"/>
                </a:lnTo>
                <a:cubicBezTo>
                  <a:pt x="349467" y="247976"/>
                  <a:pt x="349467" y="209219"/>
                  <a:pt x="370898" y="188860"/>
                </a:cubicBezTo>
                <a:lnTo>
                  <a:pt x="394295" y="166627"/>
                </a:lnTo>
                <a:cubicBezTo>
                  <a:pt x="386703" y="145198"/>
                  <a:pt x="375097" y="125191"/>
                  <a:pt x="360360" y="107959"/>
                </a:cubicBezTo>
                <a:lnTo>
                  <a:pt x="329463" y="117066"/>
                </a:lnTo>
                <a:cubicBezTo>
                  <a:pt x="301067" y="125460"/>
                  <a:pt x="267491" y="106084"/>
                  <a:pt x="260525" y="77239"/>
                </a:cubicBezTo>
                <a:lnTo>
                  <a:pt x="252934" y="45898"/>
                </a:lnTo>
                <a:cubicBezTo>
                  <a:pt x="230968" y="41880"/>
                  <a:pt x="207125" y="41880"/>
                  <a:pt x="185156" y="45898"/>
                </a:cubicBezTo>
                <a:lnTo>
                  <a:pt x="185068" y="45898"/>
                </a:lnTo>
                <a:moveTo>
                  <a:pt x="176049" y="228600"/>
                </a:moveTo>
                <a:cubicBezTo>
                  <a:pt x="176049" y="252274"/>
                  <a:pt x="195238" y="271463"/>
                  <a:pt x="218911" y="271463"/>
                </a:cubicBezTo>
                <a:cubicBezTo>
                  <a:pt x="242584" y="271463"/>
                  <a:pt x="261773" y="252274"/>
                  <a:pt x="261773" y="228600"/>
                </a:cubicBezTo>
                <a:cubicBezTo>
                  <a:pt x="261773" y="204926"/>
                  <a:pt x="242584" y="185738"/>
                  <a:pt x="218911" y="185738"/>
                </a:cubicBezTo>
                <a:cubicBezTo>
                  <a:pt x="195238" y="185738"/>
                  <a:pt x="176049" y="204926"/>
                  <a:pt x="176049" y="228600"/>
                </a:cubicBezTo>
                <a:moveTo>
                  <a:pt x="218911" y="314325"/>
                </a:moveTo>
                <a:cubicBezTo>
                  <a:pt x="171566" y="314325"/>
                  <a:pt x="133187" y="275943"/>
                  <a:pt x="133187" y="228600"/>
                </a:cubicBezTo>
                <a:cubicBezTo>
                  <a:pt x="133187" y="181257"/>
                  <a:pt x="171566" y="142875"/>
                  <a:pt x="218911" y="142875"/>
                </a:cubicBezTo>
                <a:cubicBezTo>
                  <a:pt x="266256" y="142875"/>
                  <a:pt x="304635" y="181257"/>
                  <a:pt x="304635" y="228600"/>
                </a:cubicBezTo>
                <a:cubicBezTo>
                  <a:pt x="304635" y="275943"/>
                  <a:pt x="266256" y="314325"/>
                  <a:pt x="218911" y="31432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538437" y="1972587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72548" y="78026"/>
                </a:moveTo>
                <a:cubicBezTo>
                  <a:pt x="48417" y="98822"/>
                  <a:pt x="38098" y="127952"/>
                  <a:pt x="38098" y="165101"/>
                </a:cubicBezTo>
                <a:cubicBezTo>
                  <a:pt x="38098" y="199946"/>
                  <a:pt x="50242" y="224473"/>
                  <a:pt x="67309" y="240509"/>
                </a:cubicBezTo>
                <a:cubicBezTo>
                  <a:pt x="84769" y="256861"/>
                  <a:pt x="109934" y="266703"/>
                  <a:pt x="139697" y="266703"/>
                </a:cubicBezTo>
                <a:lnTo>
                  <a:pt x="146363" y="266703"/>
                </a:lnTo>
                <a:cubicBezTo>
                  <a:pt x="151205" y="266703"/>
                  <a:pt x="155571" y="264006"/>
                  <a:pt x="157716" y="259717"/>
                </a:cubicBezTo>
                <a:lnTo>
                  <a:pt x="176132" y="222967"/>
                </a:lnTo>
                <a:lnTo>
                  <a:pt x="207089" y="238445"/>
                </a:lnTo>
                <a:lnTo>
                  <a:pt x="176132" y="222967"/>
                </a:lnTo>
                <a:cubicBezTo>
                  <a:pt x="186053" y="203046"/>
                  <a:pt x="206376" y="190503"/>
                  <a:pt x="228600" y="190503"/>
                </a:cubicBezTo>
                <a:cubicBezTo>
                  <a:pt x="250824" y="190503"/>
                  <a:pt x="271147" y="203046"/>
                  <a:pt x="281068" y="222888"/>
                </a:cubicBezTo>
                <a:lnTo>
                  <a:pt x="299484" y="259638"/>
                </a:lnTo>
                <a:cubicBezTo>
                  <a:pt x="301629" y="263923"/>
                  <a:pt x="305995" y="266624"/>
                  <a:pt x="310837" y="266624"/>
                </a:cubicBezTo>
                <a:lnTo>
                  <a:pt x="317503" y="266624"/>
                </a:lnTo>
                <a:cubicBezTo>
                  <a:pt x="347189" y="266624"/>
                  <a:pt x="372431" y="256782"/>
                  <a:pt x="389891" y="240429"/>
                </a:cubicBezTo>
                <a:cubicBezTo>
                  <a:pt x="406958" y="224397"/>
                  <a:pt x="419102" y="199870"/>
                  <a:pt x="419102" y="165022"/>
                </a:cubicBezTo>
                <a:cubicBezTo>
                  <a:pt x="419102" y="127873"/>
                  <a:pt x="408783" y="98743"/>
                  <a:pt x="384652" y="77947"/>
                </a:cubicBezTo>
                <a:cubicBezTo>
                  <a:pt x="359492" y="56278"/>
                  <a:pt x="312976" y="38100"/>
                  <a:pt x="228600" y="38100"/>
                </a:cubicBezTo>
                <a:cubicBezTo>
                  <a:pt x="144224" y="38100"/>
                  <a:pt x="97713" y="56278"/>
                  <a:pt x="72548" y="78026"/>
                </a:cubicBezTo>
                <a:lnTo>
                  <a:pt x="72548" y="78026"/>
                </a:lnTo>
                <a:moveTo>
                  <a:pt x="0" y="165101"/>
                </a:moveTo>
                <a:cubicBezTo>
                  <a:pt x="0" y="76200"/>
                  <a:pt x="50799" y="0"/>
                  <a:pt x="228600" y="0"/>
                </a:cubicBezTo>
                <a:cubicBezTo>
                  <a:pt x="406401" y="0"/>
                  <a:pt x="457200" y="76200"/>
                  <a:pt x="457200" y="165101"/>
                </a:cubicBezTo>
                <a:cubicBezTo>
                  <a:pt x="457200" y="254002"/>
                  <a:pt x="393699" y="304800"/>
                  <a:pt x="317498" y="304800"/>
                </a:cubicBezTo>
                <a:lnTo>
                  <a:pt x="310832" y="304800"/>
                </a:lnTo>
                <a:cubicBezTo>
                  <a:pt x="291625" y="304800"/>
                  <a:pt x="274000" y="293925"/>
                  <a:pt x="265427" y="276700"/>
                </a:cubicBezTo>
                <a:lnTo>
                  <a:pt x="247011" y="239951"/>
                </a:lnTo>
                <a:cubicBezTo>
                  <a:pt x="243518" y="232965"/>
                  <a:pt x="236455" y="228600"/>
                  <a:pt x="228595" y="228600"/>
                </a:cubicBezTo>
                <a:cubicBezTo>
                  <a:pt x="220736" y="228600"/>
                  <a:pt x="213672" y="232965"/>
                  <a:pt x="210179" y="239951"/>
                </a:cubicBezTo>
                <a:lnTo>
                  <a:pt x="191763" y="276700"/>
                </a:lnTo>
                <a:cubicBezTo>
                  <a:pt x="183191" y="293925"/>
                  <a:pt x="165570" y="304800"/>
                  <a:pt x="146359" y="304800"/>
                </a:cubicBezTo>
                <a:lnTo>
                  <a:pt x="139693" y="304800"/>
                </a:lnTo>
                <a:cubicBezTo>
                  <a:pt x="63491" y="304800"/>
                  <a:pt x="-9" y="253999"/>
                  <a:pt x="-9" y="165101"/>
                </a:cubicBezTo>
                <a:lnTo>
                  <a:pt x="0" y="165101"/>
                </a:lnTo>
                <a:moveTo>
                  <a:pt x="76202" y="152400"/>
                </a:moveTo>
                <a:cubicBezTo>
                  <a:pt x="76202" y="124343"/>
                  <a:pt x="98947" y="101599"/>
                  <a:pt x="127001" y="101599"/>
                </a:cubicBezTo>
                <a:cubicBezTo>
                  <a:pt x="155055" y="101599"/>
                  <a:pt x="177801" y="124343"/>
                  <a:pt x="177801" y="152400"/>
                </a:cubicBezTo>
                <a:cubicBezTo>
                  <a:pt x="177801" y="180457"/>
                  <a:pt x="155055" y="203201"/>
                  <a:pt x="127001" y="203201"/>
                </a:cubicBezTo>
                <a:cubicBezTo>
                  <a:pt x="98947" y="203201"/>
                  <a:pt x="76202" y="180457"/>
                  <a:pt x="76202" y="152400"/>
                </a:cubicBezTo>
                <a:lnTo>
                  <a:pt x="76202" y="152400"/>
                </a:lnTo>
                <a:moveTo>
                  <a:pt x="330199" y="101599"/>
                </a:moveTo>
                <a:cubicBezTo>
                  <a:pt x="358253" y="101599"/>
                  <a:pt x="380998" y="124343"/>
                  <a:pt x="380998" y="152400"/>
                </a:cubicBezTo>
                <a:cubicBezTo>
                  <a:pt x="380998" y="180457"/>
                  <a:pt x="358253" y="203201"/>
                  <a:pt x="330199" y="203201"/>
                </a:cubicBezTo>
                <a:cubicBezTo>
                  <a:pt x="302145" y="203201"/>
                  <a:pt x="279399" y="180457"/>
                  <a:pt x="279399" y="152400"/>
                </a:cubicBezTo>
                <a:cubicBezTo>
                  <a:pt x="279399" y="124343"/>
                  <a:pt x="302145" y="101599"/>
                  <a:pt x="330199" y="101599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72646" y="1292938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96006" y="1292938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72646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81957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3672646" y="3802600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96006" y="3802600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blipFill>
            <a:blip r:embed="rId4"/>
            <a:srcRect/>
            <a:stretch>
              <a:fillRect l="-106128" r="-106128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72646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Dobles de prueba - Herramientas comunes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3463458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/>
              </a:rPr>
              <a:t>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90333" y="6309360"/>
            <a:ext cx="7008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7878886" y="485503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597"/>
              </a:spcBef>
              <a:buNone/>
            </a:pPr>
            <a:r>
              <a:rPr lang="en-US" sz="1397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Estas herramientas amplían la capacidad del desarrollador para realizar pruebas precisas, controladas y reproducibles, fundamentales para mantener la calidad del software en entornos multiplataforma.</a:t>
            </a:r>
            <a:endParaRPr lang="en-US" sz="1397"/>
          </a:p>
        </p:txBody>
      </p:sp>
      <p:sp>
        <p:nvSpPr>
          <p:cNvPr id="16" name="Text 14"/>
          <p:cNvSpPr/>
          <p:nvPr/>
        </p:nvSpPr>
        <p:spPr>
          <a:xfrm>
            <a:off x="7878886" y="438202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96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Importancia en el desarrollo de software</a:t>
            </a:r>
            <a:endParaRPr lang="en-US" sz="1496"/>
          </a:p>
        </p:txBody>
      </p:sp>
      <p:sp>
        <p:nvSpPr>
          <p:cNvPr id="17" name="Text 15"/>
          <p:cNvSpPr/>
          <p:nvPr/>
        </p:nvSpPr>
        <p:spPr>
          <a:xfrm>
            <a:off x="7878904" y="3930634"/>
            <a:ext cx="365724" cy="365760"/>
          </a:xfrm>
          <a:custGeom>
            <a:avLst/>
            <a:gdLst/>
            <a:ahLst/>
            <a:cxnLst/>
            <a:rect l="l" t="t" r="r" b="b"/>
            <a:pathLst>
              <a:path w="365724" h="365760">
                <a:moveTo>
                  <a:pt x="182862" y="0"/>
                </a:moveTo>
                <a:cubicBezTo>
                  <a:pt x="220722" y="0"/>
                  <a:pt x="251436" y="30717"/>
                  <a:pt x="251436" y="68573"/>
                </a:cubicBezTo>
                <a:lnTo>
                  <a:pt x="251436" y="71144"/>
                </a:lnTo>
                <a:cubicBezTo>
                  <a:pt x="251436" y="82358"/>
                  <a:pt x="242366" y="91429"/>
                  <a:pt x="231149" y="91429"/>
                </a:cubicBezTo>
                <a:lnTo>
                  <a:pt x="134645" y="91429"/>
                </a:lnTo>
                <a:cubicBezTo>
                  <a:pt x="123432" y="91429"/>
                  <a:pt x="114358" y="82358"/>
                  <a:pt x="114358" y="71144"/>
                </a:cubicBezTo>
                <a:lnTo>
                  <a:pt x="114358" y="68573"/>
                </a:lnTo>
                <a:cubicBezTo>
                  <a:pt x="114358" y="30713"/>
                  <a:pt x="145072" y="0"/>
                  <a:pt x="182932" y="0"/>
                </a:cubicBezTo>
                <a:lnTo>
                  <a:pt x="182862" y="0"/>
                </a:lnTo>
                <a:moveTo>
                  <a:pt x="27857" y="73573"/>
                </a:moveTo>
                <a:cubicBezTo>
                  <a:pt x="34572" y="66857"/>
                  <a:pt x="45430" y="66857"/>
                  <a:pt x="52072" y="73573"/>
                </a:cubicBezTo>
                <a:lnTo>
                  <a:pt x="103789" y="125287"/>
                </a:lnTo>
                <a:cubicBezTo>
                  <a:pt x="115218" y="118360"/>
                  <a:pt x="128574" y="114285"/>
                  <a:pt x="142863" y="114285"/>
                </a:cubicBezTo>
                <a:lnTo>
                  <a:pt x="222865" y="114285"/>
                </a:lnTo>
                <a:cubicBezTo>
                  <a:pt x="237150" y="114285"/>
                  <a:pt x="250510" y="118356"/>
                  <a:pt x="261866" y="125357"/>
                </a:cubicBezTo>
                <a:lnTo>
                  <a:pt x="313583" y="73569"/>
                </a:lnTo>
                <a:cubicBezTo>
                  <a:pt x="320298" y="66854"/>
                  <a:pt x="331156" y="66854"/>
                  <a:pt x="337798" y="73569"/>
                </a:cubicBezTo>
                <a:cubicBezTo>
                  <a:pt x="344439" y="80284"/>
                  <a:pt x="344512" y="91140"/>
                  <a:pt x="337798" y="97782"/>
                </a:cubicBezTo>
                <a:lnTo>
                  <a:pt x="286081" y="149497"/>
                </a:lnTo>
                <a:cubicBezTo>
                  <a:pt x="293081" y="160927"/>
                  <a:pt x="297151" y="174285"/>
                  <a:pt x="297151" y="188571"/>
                </a:cubicBezTo>
                <a:lnTo>
                  <a:pt x="348583" y="188571"/>
                </a:lnTo>
                <a:cubicBezTo>
                  <a:pt x="358084" y="188571"/>
                  <a:pt x="365728" y="196216"/>
                  <a:pt x="365728" y="205714"/>
                </a:cubicBezTo>
                <a:cubicBezTo>
                  <a:pt x="365728" y="215213"/>
                  <a:pt x="358084" y="222858"/>
                  <a:pt x="348587" y="222858"/>
                </a:cubicBezTo>
                <a:lnTo>
                  <a:pt x="297158" y="222858"/>
                </a:lnTo>
                <a:lnTo>
                  <a:pt x="297158" y="228571"/>
                </a:lnTo>
                <a:cubicBezTo>
                  <a:pt x="297158" y="248000"/>
                  <a:pt x="292302" y="266284"/>
                  <a:pt x="283729" y="282359"/>
                </a:cubicBezTo>
                <a:lnTo>
                  <a:pt x="337874" y="336433"/>
                </a:lnTo>
                <a:cubicBezTo>
                  <a:pt x="344589" y="343149"/>
                  <a:pt x="344589" y="354005"/>
                  <a:pt x="337874" y="360647"/>
                </a:cubicBezTo>
                <a:cubicBezTo>
                  <a:pt x="331160" y="367289"/>
                  <a:pt x="320301" y="367362"/>
                  <a:pt x="313660" y="360647"/>
                </a:cubicBezTo>
                <a:lnTo>
                  <a:pt x="263014" y="310004"/>
                </a:lnTo>
                <a:cubicBezTo>
                  <a:pt x="242369" y="330362"/>
                  <a:pt x="214084" y="342860"/>
                  <a:pt x="182870" y="342860"/>
                </a:cubicBezTo>
                <a:cubicBezTo>
                  <a:pt x="151655" y="342860"/>
                  <a:pt x="123366" y="330358"/>
                  <a:pt x="102725" y="310073"/>
                </a:cubicBezTo>
                <a:lnTo>
                  <a:pt x="52152" y="360716"/>
                </a:lnTo>
                <a:cubicBezTo>
                  <a:pt x="45438" y="367432"/>
                  <a:pt x="34579" y="367432"/>
                  <a:pt x="27938" y="360716"/>
                </a:cubicBezTo>
                <a:cubicBezTo>
                  <a:pt x="21296" y="354001"/>
                  <a:pt x="21223" y="343145"/>
                  <a:pt x="27938" y="336503"/>
                </a:cubicBezTo>
                <a:lnTo>
                  <a:pt x="82083" y="282359"/>
                </a:lnTo>
                <a:cubicBezTo>
                  <a:pt x="73441" y="266288"/>
                  <a:pt x="68584" y="248000"/>
                  <a:pt x="68584" y="228571"/>
                </a:cubicBezTo>
                <a:lnTo>
                  <a:pt x="68584" y="222858"/>
                </a:lnTo>
                <a:lnTo>
                  <a:pt x="17156" y="222858"/>
                </a:lnTo>
                <a:cubicBezTo>
                  <a:pt x="7655" y="222858"/>
                  <a:pt x="15" y="215213"/>
                  <a:pt x="15" y="205714"/>
                </a:cubicBezTo>
                <a:cubicBezTo>
                  <a:pt x="15" y="196216"/>
                  <a:pt x="7658" y="188571"/>
                  <a:pt x="17160" y="188571"/>
                </a:cubicBezTo>
                <a:lnTo>
                  <a:pt x="68592" y="188571"/>
                </a:lnTo>
                <a:cubicBezTo>
                  <a:pt x="68592" y="174285"/>
                  <a:pt x="72662" y="160927"/>
                  <a:pt x="79662" y="149570"/>
                </a:cubicBezTo>
                <a:lnTo>
                  <a:pt x="27875" y="97855"/>
                </a:lnTo>
                <a:cubicBezTo>
                  <a:pt x="21161" y="91140"/>
                  <a:pt x="21161" y="80284"/>
                  <a:pt x="27875" y="73642"/>
                </a:cubicBezTo>
                <a:lnTo>
                  <a:pt x="27857" y="73573"/>
                </a:lnTo>
                <a:moveTo>
                  <a:pt x="102860" y="188575"/>
                </a:moveTo>
                <a:lnTo>
                  <a:pt x="102860" y="228574"/>
                </a:lnTo>
                <a:cubicBezTo>
                  <a:pt x="102860" y="266862"/>
                  <a:pt x="129788" y="298862"/>
                  <a:pt x="165721" y="306719"/>
                </a:cubicBezTo>
                <a:lnTo>
                  <a:pt x="165721" y="200001"/>
                </a:lnTo>
                <a:cubicBezTo>
                  <a:pt x="165721" y="190502"/>
                  <a:pt x="173364" y="182858"/>
                  <a:pt x="182866" y="182858"/>
                </a:cubicBezTo>
                <a:cubicBezTo>
                  <a:pt x="192367" y="182858"/>
                  <a:pt x="200011" y="190502"/>
                  <a:pt x="200011" y="200001"/>
                </a:cubicBezTo>
                <a:lnTo>
                  <a:pt x="200011" y="306719"/>
                </a:lnTo>
                <a:cubicBezTo>
                  <a:pt x="235940" y="298862"/>
                  <a:pt x="262872" y="266862"/>
                  <a:pt x="262872" y="228574"/>
                </a:cubicBezTo>
                <a:lnTo>
                  <a:pt x="262872" y="188575"/>
                </a:lnTo>
                <a:cubicBezTo>
                  <a:pt x="262872" y="166501"/>
                  <a:pt x="244944" y="148575"/>
                  <a:pt x="222873" y="148575"/>
                </a:cubicBezTo>
                <a:lnTo>
                  <a:pt x="142870" y="148575"/>
                </a:lnTo>
                <a:cubicBezTo>
                  <a:pt x="120799" y="148575"/>
                  <a:pt x="102871" y="166505"/>
                  <a:pt x="102871" y="188575"/>
                </a:cubicBezTo>
                <a:lnTo>
                  <a:pt x="102860" y="18857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55526" y="485503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597"/>
              </a:spcBef>
              <a:buNone/>
            </a:pPr>
            <a:r>
              <a:rPr lang="en-US" sz="1397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Mockito y unittest.mock son herramientas fundamentales para crear dobles de prueba en Java y Python, respectivamente.</a:t>
            </a:r>
            <a:endParaRPr lang="en-US" sz="1397"/>
          </a:p>
        </p:txBody>
      </p:sp>
      <p:sp>
        <p:nvSpPr>
          <p:cNvPr id="19" name="Text 17"/>
          <p:cNvSpPr/>
          <p:nvPr/>
        </p:nvSpPr>
        <p:spPr>
          <a:xfrm>
            <a:off x="3855526" y="438202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96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Herramientas fundamentales</a:t>
            </a:r>
            <a:endParaRPr lang="en-US" sz="1496"/>
          </a:p>
        </p:txBody>
      </p:sp>
      <p:sp>
        <p:nvSpPr>
          <p:cNvPr id="20" name="Text 18"/>
          <p:cNvSpPr/>
          <p:nvPr/>
        </p:nvSpPr>
        <p:spPr>
          <a:xfrm>
            <a:off x="3855526" y="393063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230242" y="191453"/>
                </a:moveTo>
                <a:cubicBezTo>
                  <a:pt x="236958" y="193311"/>
                  <a:pt x="244031" y="194310"/>
                  <a:pt x="251460" y="194310"/>
                </a:cubicBezTo>
                <a:cubicBezTo>
                  <a:pt x="294678" y="194310"/>
                  <a:pt x="329897" y="160020"/>
                  <a:pt x="331397" y="117157"/>
                </a:cubicBezTo>
                <a:lnTo>
                  <a:pt x="313325" y="135229"/>
                </a:lnTo>
                <a:cubicBezTo>
                  <a:pt x="304751" y="143802"/>
                  <a:pt x="293109" y="148586"/>
                  <a:pt x="280962" y="148586"/>
                </a:cubicBezTo>
                <a:lnTo>
                  <a:pt x="262890" y="148586"/>
                </a:lnTo>
                <a:cubicBezTo>
                  <a:pt x="237671" y="148586"/>
                  <a:pt x="217170" y="128085"/>
                  <a:pt x="217170" y="102866"/>
                </a:cubicBezTo>
                <a:lnTo>
                  <a:pt x="217170" y="84721"/>
                </a:lnTo>
                <a:cubicBezTo>
                  <a:pt x="217170" y="72578"/>
                  <a:pt x="221958" y="60932"/>
                  <a:pt x="230528" y="52359"/>
                </a:cubicBezTo>
                <a:lnTo>
                  <a:pt x="230528" y="52359"/>
                </a:lnTo>
                <a:lnTo>
                  <a:pt x="248600" y="34356"/>
                </a:lnTo>
                <a:cubicBezTo>
                  <a:pt x="205736" y="35786"/>
                  <a:pt x="171446" y="71075"/>
                  <a:pt x="171446" y="114293"/>
                </a:cubicBezTo>
                <a:cubicBezTo>
                  <a:pt x="171446" y="121652"/>
                  <a:pt x="172445" y="128795"/>
                  <a:pt x="174303" y="135510"/>
                </a:cubicBezTo>
                <a:cubicBezTo>
                  <a:pt x="177587" y="147368"/>
                  <a:pt x="174160" y="160086"/>
                  <a:pt x="165444" y="168802"/>
                </a:cubicBezTo>
                <a:lnTo>
                  <a:pt x="40786" y="293391"/>
                </a:lnTo>
                <a:cubicBezTo>
                  <a:pt x="36572" y="297535"/>
                  <a:pt x="34286" y="303248"/>
                  <a:pt x="34286" y="309177"/>
                </a:cubicBezTo>
                <a:cubicBezTo>
                  <a:pt x="34286" y="321463"/>
                  <a:pt x="44286" y="331466"/>
                  <a:pt x="56576" y="331466"/>
                </a:cubicBezTo>
                <a:cubicBezTo>
                  <a:pt x="62505" y="331466"/>
                  <a:pt x="68148" y="329107"/>
                  <a:pt x="72362" y="324967"/>
                </a:cubicBezTo>
                <a:lnTo>
                  <a:pt x="196947" y="200308"/>
                </a:lnTo>
                <a:cubicBezTo>
                  <a:pt x="205663" y="191592"/>
                  <a:pt x="218377" y="188235"/>
                  <a:pt x="230239" y="191450"/>
                </a:cubicBezTo>
                <a:lnTo>
                  <a:pt x="230242" y="191453"/>
                </a:lnTo>
                <a:moveTo>
                  <a:pt x="303325" y="28145"/>
                </a:moveTo>
                <a:lnTo>
                  <a:pt x="254818" y="76652"/>
                </a:lnTo>
                <a:cubicBezTo>
                  <a:pt x="252674" y="78796"/>
                  <a:pt x="251460" y="81725"/>
                  <a:pt x="251460" y="84725"/>
                </a:cubicBezTo>
                <a:lnTo>
                  <a:pt x="251460" y="102870"/>
                </a:lnTo>
                <a:cubicBezTo>
                  <a:pt x="251460" y="109157"/>
                  <a:pt x="256603" y="114300"/>
                  <a:pt x="262890" y="114300"/>
                </a:cubicBezTo>
                <a:lnTo>
                  <a:pt x="281035" y="114300"/>
                </a:lnTo>
                <a:cubicBezTo>
                  <a:pt x="284035" y="114300"/>
                  <a:pt x="286964" y="113086"/>
                  <a:pt x="289108" y="110942"/>
                </a:cubicBezTo>
                <a:lnTo>
                  <a:pt x="337615" y="62435"/>
                </a:lnTo>
                <a:cubicBezTo>
                  <a:pt x="342757" y="57293"/>
                  <a:pt x="351404" y="58222"/>
                  <a:pt x="354546" y="64794"/>
                </a:cubicBezTo>
                <a:cubicBezTo>
                  <a:pt x="361762" y="79798"/>
                  <a:pt x="365760" y="96583"/>
                  <a:pt x="365760" y="114300"/>
                </a:cubicBezTo>
                <a:cubicBezTo>
                  <a:pt x="365760" y="177452"/>
                  <a:pt x="314612" y="228600"/>
                  <a:pt x="251460" y="228600"/>
                </a:cubicBezTo>
                <a:cubicBezTo>
                  <a:pt x="240959" y="228600"/>
                  <a:pt x="230813" y="227170"/>
                  <a:pt x="221241" y="224529"/>
                </a:cubicBezTo>
                <a:lnTo>
                  <a:pt x="96583" y="349187"/>
                </a:lnTo>
                <a:cubicBezTo>
                  <a:pt x="85939" y="359831"/>
                  <a:pt x="71579" y="365760"/>
                  <a:pt x="56579" y="365760"/>
                </a:cubicBezTo>
                <a:cubicBezTo>
                  <a:pt x="25362" y="365760"/>
                  <a:pt x="0" y="340398"/>
                  <a:pt x="0" y="309181"/>
                </a:cubicBezTo>
                <a:cubicBezTo>
                  <a:pt x="0" y="294177"/>
                  <a:pt x="5929" y="279821"/>
                  <a:pt x="16572" y="269177"/>
                </a:cubicBezTo>
                <a:lnTo>
                  <a:pt x="141231" y="144519"/>
                </a:lnTo>
                <a:cubicBezTo>
                  <a:pt x="138586" y="134947"/>
                  <a:pt x="137160" y="124801"/>
                  <a:pt x="137160" y="114300"/>
                </a:cubicBezTo>
                <a:cubicBezTo>
                  <a:pt x="137160" y="51148"/>
                  <a:pt x="188308" y="0"/>
                  <a:pt x="251460" y="0"/>
                </a:cubicBezTo>
                <a:cubicBezTo>
                  <a:pt x="269177" y="0"/>
                  <a:pt x="285966" y="4071"/>
                  <a:pt x="300966" y="11214"/>
                </a:cubicBezTo>
                <a:cubicBezTo>
                  <a:pt x="307538" y="14356"/>
                  <a:pt x="308467" y="23002"/>
                  <a:pt x="303325" y="28145"/>
                </a:cubicBezTo>
                <a:lnTo>
                  <a:pt x="303325" y="28145"/>
                </a:lnTo>
                <a:moveTo>
                  <a:pt x="62867" y="291467"/>
                </a:moveTo>
                <a:cubicBezTo>
                  <a:pt x="69180" y="291467"/>
                  <a:pt x="74297" y="296584"/>
                  <a:pt x="74297" y="302897"/>
                </a:cubicBezTo>
                <a:cubicBezTo>
                  <a:pt x="74297" y="309210"/>
                  <a:pt x="69180" y="314327"/>
                  <a:pt x="62867" y="314327"/>
                </a:cubicBezTo>
                <a:cubicBezTo>
                  <a:pt x="56554" y="314327"/>
                  <a:pt x="51437" y="309210"/>
                  <a:pt x="51437" y="302897"/>
                </a:cubicBezTo>
                <a:cubicBezTo>
                  <a:pt x="51437" y="296584"/>
                  <a:pt x="56554" y="291467"/>
                  <a:pt x="62867" y="291467"/>
                </a:cubicBezTo>
                <a:lnTo>
                  <a:pt x="62867" y="29146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78886" y="23453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597"/>
              </a:spcBef>
              <a:buNone/>
            </a:pPr>
            <a:r>
              <a:rPr lang="en-US" sz="1397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unittest.mock, integrado en la biblioteca estándar de Python, ofrece funcionalidades similares, reemplazando objetos temporales para simular y controlar comportamientos durante pruebas unitarias.</a:t>
            </a:r>
            <a:endParaRPr lang="en-US" sz="1397"/>
          </a:p>
        </p:txBody>
      </p:sp>
      <p:sp>
        <p:nvSpPr>
          <p:cNvPr id="22" name="Text 20"/>
          <p:cNvSpPr/>
          <p:nvPr/>
        </p:nvSpPr>
        <p:spPr>
          <a:xfrm>
            <a:off x="7878886" y="18723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96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unittest.mock en Python</a:t>
            </a:r>
            <a:endParaRPr lang="en-US" sz="1496"/>
          </a:p>
        </p:txBody>
      </p:sp>
      <p:sp>
        <p:nvSpPr>
          <p:cNvPr id="23" name="Text 21"/>
          <p:cNvSpPr/>
          <p:nvPr/>
        </p:nvSpPr>
        <p:spPr>
          <a:xfrm>
            <a:off x="7878886" y="1449558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131447" y="34289"/>
                </a:moveTo>
                <a:lnTo>
                  <a:pt x="234317" y="34289"/>
                </a:lnTo>
                <a:cubicBezTo>
                  <a:pt x="237459" y="34289"/>
                  <a:pt x="240034" y="36862"/>
                  <a:pt x="240034" y="40005"/>
                </a:cubicBezTo>
                <a:lnTo>
                  <a:pt x="240034" y="68581"/>
                </a:lnTo>
                <a:lnTo>
                  <a:pt x="125734" y="68581"/>
                </a:lnTo>
                <a:lnTo>
                  <a:pt x="125734" y="40005"/>
                </a:lnTo>
                <a:cubicBezTo>
                  <a:pt x="125734" y="36862"/>
                  <a:pt x="128305" y="34289"/>
                  <a:pt x="131450" y="34289"/>
                </a:cubicBezTo>
                <a:lnTo>
                  <a:pt x="131447" y="34289"/>
                </a:lnTo>
                <a:moveTo>
                  <a:pt x="91440" y="40005"/>
                </a:moveTo>
                <a:lnTo>
                  <a:pt x="91440" y="68581"/>
                </a:lnTo>
                <a:lnTo>
                  <a:pt x="71367" y="68581"/>
                </a:lnTo>
                <a:cubicBezTo>
                  <a:pt x="62296" y="68581"/>
                  <a:pt x="53580" y="72223"/>
                  <a:pt x="47150" y="78653"/>
                </a:cubicBezTo>
                <a:lnTo>
                  <a:pt x="10073" y="115656"/>
                </a:lnTo>
                <a:cubicBezTo>
                  <a:pt x="3643" y="122086"/>
                  <a:pt x="0" y="130800"/>
                  <a:pt x="0" y="139873"/>
                </a:cubicBezTo>
                <a:lnTo>
                  <a:pt x="0" y="211454"/>
                </a:lnTo>
                <a:lnTo>
                  <a:pt x="0" y="274319"/>
                </a:lnTo>
                <a:cubicBezTo>
                  <a:pt x="0" y="299535"/>
                  <a:pt x="20501" y="320040"/>
                  <a:pt x="45720" y="320040"/>
                </a:cubicBezTo>
                <a:lnTo>
                  <a:pt x="320040" y="320040"/>
                </a:lnTo>
                <a:cubicBezTo>
                  <a:pt x="345259" y="320040"/>
                  <a:pt x="365760" y="299538"/>
                  <a:pt x="365760" y="274319"/>
                </a:cubicBezTo>
                <a:lnTo>
                  <a:pt x="365760" y="211454"/>
                </a:lnTo>
                <a:lnTo>
                  <a:pt x="365760" y="139944"/>
                </a:lnTo>
                <a:cubicBezTo>
                  <a:pt x="365760" y="130871"/>
                  <a:pt x="362117" y="122156"/>
                  <a:pt x="355687" y="115726"/>
                </a:cubicBezTo>
                <a:lnTo>
                  <a:pt x="318610" y="78650"/>
                </a:lnTo>
                <a:cubicBezTo>
                  <a:pt x="312180" y="72220"/>
                  <a:pt x="303464" y="68578"/>
                  <a:pt x="294393" y="68578"/>
                </a:cubicBezTo>
                <a:lnTo>
                  <a:pt x="274320" y="68578"/>
                </a:lnTo>
                <a:lnTo>
                  <a:pt x="274320" y="40002"/>
                </a:lnTo>
                <a:cubicBezTo>
                  <a:pt x="274320" y="17929"/>
                  <a:pt x="256390" y="-3"/>
                  <a:pt x="234317" y="-3"/>
                </a:cubicBezTo>
                <a:lnTo>
                  <a:pt x="131447" y="-3"/>
                </a:lnTo>
                <a:cubicBezTo>
                  <a:pt x="109373" y="-3"/>
                  <a:pt x="91444" y="17929"/>
                  <a:pt x="91444" y="40002"/>
                </a:cubicBezTo>
                <a:lnTo>
                  <a:pt x="91440" y="40005"/>
                </a:lnTo>
                <a:moveTo>
                  <a:pt x="331470" y="194309"/>
                </a:moveTo>
                <a:lnTo>
                  <a:pt x="262890" y="194309"/>
                </a:lnTo>
                <a:lnTo>
                  <a:pt x="262890" y="182880"/>
                </a:lnTo>
                <a:cubicBezTo>
                  <a:pt x="262890" y="173378"/>
                  <a:pt x="255246" y="165736"/>
                  <a:pt x="245747" y="165736"/>
                </a:cubicBezTo>
                <a:cubicBezTo>
                  <a:pt x="236244" y="165736"/>
                  <a:pt x="228604" y="173378"/>
                  <a:pt x="228604" y="182880"/>
                </a:cubicBezTo>
                <a:lnTo>
                  <a:pt x="228604" y="194309"/>
                </a:lnTo>
                <a:lnTo>
                  <a:pt x="137164" y="194309"/>
                </a:lnTo>
                <a:lnTo>
                  <a:pt x="137164" y="182880"/>
                </a:lnTo>
                <a:cubicBezTo>
                  <a:pt x="137164" y="173378"/>
                  <a:pt x="129519" y="165736"/>
                  <a:pt x="120020" y="165736"/>
                </a:cubicBezTo>
                <a:cubicBezTo>
                  <a:pt x="110518" y="165736"/>
                  <a:pt x="102877" y="173378"/>
                  <a:pt x="102877" y="182880"/>
                </a:cubicBezTo>
                <a:lnTo>
                  <a:pt x="102877" y="194309"/>
                </a:lnTo>
                <a:lnTo>
                  <a:pt x="34297" y="194309"/>
                </a:lnTo>
                <a:lnTo>
                  <a:pt x="34297" y="139944"/>
                </a:lnTo>
                <a:lnTo>
                  <a:pt x="71374" y="102867"/>
                </a:lnTo>
                <a:lnTo>
                  <a:pt x="294404" y="102867"/>
                </a:lnTo>
                <a:lnTo>
                  <a:pt x="331481" y="139944"/>
                </a:lnTo>
                <a:lnTo>
                  <a:pt x="331470" y="194309"/>
                </a:lnTo>
                <a:moveTo>
                  <a:pt x="34290" y="228601"/>
                </a:moveTo>
                <a:lnTo>
                  <a:pt x="102870" y="228601"/>
                </a:lnTo>
                <a:lnTo>
                  <a:pt x="102870" y="240030"/>
                </a:lnTo>
                <a:cubicBezTo>
                  <a:pt x="102870" y="249532"/>
                  <a:pt x="110514" y="257175"/>
                  <a:pt x="120017" y="257175"/>
                </a:cubicBezTo>
                <a:cubicBezTo>
                  <a:pt x="129519" y="257175"/>
                  <a:pt x="137164" y="249532"/>
                  <a:pt x="137164" y="240030"/>
                </a:cubicBezTo>
                <a:lnTo>
                  <a:pt x="137164" y="228601"/>
                </a:lnTo>
                <a:lnTo>
                  <a:pt x="228604" y="228601"/>
                </a:lnTo>
                <a:lnTo>
                  <a:pt x="228604" y="240030"/>
                </a:lnTo>
                <a:cubicBezTo>
                  <a:pt x="228604" y="249532"/>
                  <a:pt x="236248" y="257175"/>
                  <a:pt x="245750" y="257175"/>
                </a:cubicBezTo>
                <a:cubicBezTo>
                  <a:pt x="255253" y="257175"/>
                  <a:pt x="262897" y="249532"/>
                  <a:pt x="262897" y="240030"/>
                </a:cubicBezTo>
                <a:lnTo>
                  <a:pt x="262897" y="228601"/>
                </a:lnTo>
                <a:lnTo>
                  <a:pt x="331477" y="228601"/>
                </a:lnTo>
                <a:lnTo>
                  <a:pt x="331477" y="274322"/>
                </a:lnTo>
                <a:cubicBezTo>
                  <a:pt x="331477" y="280608"/>
                  <a:pt x="326335" y="285751"/>
                  <a:pt x="320047" y="285751"/>
                </a:cubicBezTo>
                <a:lnTo>
                  <a:pt x="45727" y="285751"/>
                </a:lnTo>
                <a:cubicBezTo>
                  <a:pt x="39440" y="285751"/>
                  <a:pt x="34297" y="280608"/>
                  <a:pt x="34297" y="274322"/>
                </a:cubicBezTo>
                <a:lnTo>
                  <a:pt x="34290" y="22860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55526" y="23453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597"/>
              </a:spcBef>
              <a:buNone/>
            </a:pPr>
            <a:r>
              <a:rPr lang="en-US" sz="1397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Mockito destaca por su facilidad para crear mocks y spies, permitiendo aislar unidades de código y controlar interacciones con servicios externos, integrándose bien con JUnit para pruebas integradas.</a:t>
            </a:r>
            <a:endParaRPr lang="en-US" sz="1397"/>
          </a:p>
        </p:txBody>
      </p:sp>
      <p:sp>
        <p:nvSpPr>
          <p:cNvPr id="25" name="Text 23"/>
          <p:cNvSpPr/>
          <p:nvPr/>
        </p:nvSpPr>
        <p:spPr>
          <a:xfrm>
            <a:off x="3855526" y="18723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96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Mockito en Java</a:t>
            </a:r>
            <a:endParaRPr lang="en-US" sz="1496"/>
          </a:p>
        </p:txBody>
      </p:sp>
      <p:sp>
        <p:nvSpPr>
          <p:cNvPr id="26" name="Text 24"/>
          <p:cNvSpPr/>
          <p:nvPr/>
        </p:nvSpPr>
        <p:spPr>
          <a:xfrm>
            <a:off x="3863281" y="1426698"/>
            <a:ext cx="350251" cy="365760"/>
          </a:xfrm>
          <a:custGeom>
            <a:avLst/>
            <a:gdLst/>
            <a:ahLst/>
            <a:cxnLst/>
            <a:rect l="l" t="t" r="r" b="b"/>
            <a:pathLst>
              <a:path w="350251" h="365760">
                <a:moveTo>
                  <a:pt x="175129" y="0"/>
                </a:moveTo>
                <a:cubicBezTo>
                  <a:pt x="187272" y="0"/>
                  <a:pt x="199132" y="1214"/>
                  <a:pt x="210704" y="3431"/>
                </a:cubicBezTo>
                <a:cubicBezTo>
                  <a:pt x="216346" y="4502"/>
                  <a:pt x="226276" y="7787"/>
                  <a:pt x="231705" y="17791"/>
                </a:cubicBezTo>
                <a:cubicBezTo>
                  <a:pt x="233134" y="20435"/>
                  <a:pt x="234276" y="23218"/>
                  <a:pt x="234990" y="26221"/>
                </a:cubicBezTo>
                <a:lnTo>
                  <a:pt x="241634" y="53726"/>
                </a:lnTo>
                <a:cubicBezTo>
                  <a:pt x="242636" y="57870"/>
                  <a:pt x="249634" y="61941"/>
                  <a:pt x="253708" y="60727"/>
                </a:cubicBezTo>
                <a:lnTo>
                  <a:pt x="280855" y="52724"/>
                </a:lnTo>
                <a:cubicBezTo>
                  <a:pt x="283714" y="51868"/>
                  <a:pt x="286642" y="51437"/>
                  <a:pt x="289570" y="51367"/>
                </a:cubicBezTo>
                <a:cubicBezTo>
                  <a:pt x="301072" y="51009"/>
                  <a:pt x="308858" y="58083"/>
                  <a:pt x="312644" y="62369"/>
                </a:cubicBezTo>
                <a:cubicBezTo>
                  <a:pt x="328434" y="80299"/>
                  <a:pt x="340577" y="101374"/>
                  <a:pt x="348293" y="124018"/>
                </a:cubicBezTo>
                <a:cubicBezTo>
                  <a:pt x="350149" y="129446"/>
                  <a:pt x="352293" y="139592"/>
                  <a:pt x="346363" y="149307"/>
                </a:cubicBezTo>
                <a:cubicBezTo>
                  <a:pt x="344790" y="151878"/>
                  <a:pt x="342864" y="154307"/>
                  <a:pt x="340647" y="156450"/>
                </a:cubicBezTo>
                <a:lnTo>
                  <a:pt x="320143" y="175953"/>
                </a:lnTo>
                <a:cubicBezTo>
                  <a:pt x="317142" y="178809"/>
                  <a:pt x="317142" y="187024"/>
                  <a:pt x="320143" y="189884"/>
                </a:cubicBezTo>
                <a:lnTo>
                  <a:pt x="340647" y="209387"/>
                </a:lnTo>
                <a:cubicBezTo>
                  <a:pt x="342860" y="211530"/>
                  <a:pt x="344790" y="213959"/>
                  <a:pt x="346363" y="216530"/>
                </a:cubicBezTo>
                <a:cubicBezTo>
                  <a:pt x="352219" y="226245"/>
                  <a:pt x="350079" y="236391"/>
                  <a:pt x="348293" y="241819"/>
                </a:cubicBezTo>
                <a:cubicBezTo>
                  <a:pt x="340577" y="264463"/>
                  <a:pt x="328434" y="285469"/>
                  <a:pt x="312644" y="303468"/>
                </a:cubicBezTo>
                <a:cubicBezTo>
                  <a:pt x="308858" y="307754"/>
                  <a:pt x="300998" y="314824"/>
                  <a:pt x="289570" y="314470"/>
                </a:cubicBezTo>
                <a:cubicBezTo>
                  <a:pt x="286642" y="314396"/>
                  <a:pt x="283714" y="313899"/>
                  <a:pt x="280855" y="313113"/>
                </a:cubicBezTo>
                <a:lnTo>
                  <a:pt x="253708" y="305040"/>
                </a:lnTo>
                <a:cubicBezTo>
                  <a:pt x="249634" y="303826"/>
                  <a:pt x="242636" y="307897"/>
                  <a:pt x="241634" y="312041"/>
                </a:cubicBezTo>
                <a:lnTo>
                  <a:pt x="234990" y="339546"/>
                </a:lnTo>
                <a:cubicBezTo>
                  <a:pt x="234276" y="342545"/>
                  <a:pt x="233134" y="345406"/>
                  <a:pt x="231705" y="347977"/>
                </a:cubicBezTo>
                <a:cubicBezTo>
                  <a:pt x="226202" y="357977"/>
                  <a:pt x="216273" y="361192"/>
                  <a:pt x="210704" y="362337"/>
                </a:cubicBezTo>
                <a:cubicBezTo>
                  <a:pt x="199131" y="364549"/>
                  <a:pt x="187272" y="365764"/>
                  <a:pt x="175129" y="365764"/>
                </a:cubicBezTo>
                <a:cubicBezTo>
                  <a:pt x="162986" y="365764"/>
                  <a:pt x="151126" y="364549"/>
                  <a:pt x="139554" y="362333"/>
                </a:cubicBezTo>
                <a:cubicBezTo>
                  <a:pt x="133911" y="361261"/>
                  <a:pt x="123982" y="357977"/>
                  <a:pt x="118553" y="347973"/>
                </a:cubicBezTo>
                <a:cubicBezTo>
                  <a:pt x="117124" y="345329"/>
                  <a:pt x="115982" y="342545"/>
                  <a:pt x="115268" y="339543"/>
                </a:cubicBezTo>
                <a:lnTo>
                  <a:pt x="108623" y="312037"/>
                </a:lnTo>
                <a:cubicBezTo>
                  <a:pt x="107622" y="307893"/>
                  <a:pt x="100624" y="303822"/>
                  <a:pt x="96550" y="305037"/>
                </a:cubicBezTo>
                <a:lnTo>
                  <a:pt x="69402" y="313036"/>
                </a:lnTo>
                <a:cubicBezTo>
                  <a:pt x="66544" y="313892"/>
                  <a:pt x="63616" y="314323"/>
                  <a:pt x="60688" y="314393"/>
                </a:cubicBezTo>
                <a:cubicBezTo>
                  <a:pt x="49186" y="314751"/>
                  <a:pt x="41400" y="307678"/>
                  <a:pt x="37613" y="303391"/>
                </a:cubicBezTo>
                <a:cubicBezTo>
                  <a:pt x="21898" y="285461"/>
                  <a:pt x="9681" y="264386"/>
                  <a:pt x="1965" y="241742"/>
                </a:cubicBezTo>
                <a:cubicBezTo>
                  <a:pt x="109" y="236314"/>
                  <a:pt x="-2035" y="226168"/>
                  <a:pt x="3895" y="216453"/>
                </a:cubicBezTo>
                <a:cubicBezTo>
                  <a:pt x="5467" y="213882"/>
                  <a:pt x="7394" y="211453"/>
                  <a:pt x="9611" y="209310"/>
                </a:cubicBezTo>
                <a:lnTo>
                  <a:pt x="30115" y="189808"/>
                </a:lnTo>
                <a:cubicBezTo>
                  <a:pt x="33116" y="186951"/>
                  <a:pt x="33116" y="178736"/>
                  <a:pt x="30115" y="175876"/>
                </a:cubicBezTo>
                <a:lnTo>
                  <a:pt x="9541" y="156373"/>
                </a:lnTo>
                <a:cubicBezTo>
                  <a:pt x="7327" y="154230"/>
                  <a:pt x="5397" y="151801"/>
                  <a:pt x="3825" y="149230"/>
                </a:cubicBezTo>
                <a:cubicBezTo>
                  <a:pt x="-2031" y="139516"/>
                  <a:pt x="109" y="129369"/>
                  <a:pt x="1968" y="124011"/>
                </a:cubicBezTo>
                <a:cubicBezTo>
                  <a:pt x="9684" y="101367"/>
                  <a:pt x="21828" y="80361"/>
                  <a:pt x="37617" y="62362"/>
                </a:cubicBezTo>
                <a:cubicBezTo>
                  <a:pt x="41403" y="58075"/>
                  <a:pt x="49263" y="51005"/>
                  <a:pt x="60691" y="51360"/>
                </a:cubicBezTo>
                <a:cubicBezTo>
                  <a:pt x="63620" y="51433"/>
                  <a:pt x="66548" y="51931"/>
                  <a:pt x="69406" y="52717"/>
                </a:cubicBezTo>
                <a:lnTo>
                  <a:pt x="96554" y="60720"/>
                </a:lnTo>
                <a:cubicBezTo>
                  <a:pt x="100627" y="61934"/>
                  <a:pt x="107625" y="57863"/>
                  <a:pt x="108627" y="53719"/>
                </a:cubicBezTo>
                <a:lnTo>
                  <a:pt x="115271" y="26214"/>
                </a:lnTo>
                <a:cubicBezTo>
                  <a:pt x="115986" y="23215"/>
                  <a:pt x="117127" y="20355"/>
                  <a:pt x="118556" y="17783"/>
                </a:cubicBezTo>
                <a:cubicBezTo>
                  <a:pt x="124059" y="7783"/>
                  <a:pt x="133988" y="4568"/>
                  <a:pt x="139557" y="3424"/>
                </a:cubicBezTo>
                <a:cubicBezTo>
                  <a:pt x="151130" y="1211"/>
                  <a:pt x="162989" y="-7"/>
                  <a:pt x="175132" y="-7"/>
                </a:cubicBezTo>
                <a:lnTo>
                  <a:pt x="175129" y="0"/>
                </a:lnTo>
                <a:moveTo>
                  <a:pt x="148055" y="36719"/>
                </a:moveTo>
                <a:lnTo>
                  <a:pt x="141981" y="61792"/>
                </a:lnTo>
                <a:cubicBezTo>
                  <a:pt x="136409" y="84867"/>
                  <a:pt x="109622" y="100295"/>
                  <a:pt x="86831" y="93653"/>
                </a:cubicBezTo>
                <a:lnTo>
                  <a:pt x="62183" y="86367"/>
                </a:lnTo>
                <a:cubicBezTo>
                  <a:pt x="50398" y="100156"/>
                  <a:pt x="41109" y="116158"/>
                  <a:pt x="35036" y="133301"/>
                </a:cubicBezTo>
                <a:lnTo>
                  <a:pt x="53753" y="151088"/>
                </a:lnTo>
                <a:cubicBezTo>
                  <a:pt x="70898" y="167375"/>
                  <a:pt x="70898" y="198381"/>
                  <a:pt x="53753" y="214668"/>
                </a:cubicBezTo>
                <a:lnTo>
                  <a:pt x="35036" y="232455"/>
                </a:lnTo>
                <a:cubicBezTo>
                  <a:pt x="41109" y="249602"/>
                  <a:pt x="50394" y="265600"/>
                  <a:pt x="62183" y="279389"/>
                </a:cubicBezTo>
                <a:lnTo>
                  <a:pt x="86901" y="272103"/>
                </a:lnTo>
                <a:cubicBezTo>
                  <a:pt x="109618" y="265388"/>
                  <a:pt x="136479" y="280889"/>
                  <a:pt x="142051" y="303965"/>
                </a:cubicBezTo>
                <a:lnTo>
                  <a:pt x="148125" y="329038"/>
                </a:lnTo>
                <a:cubicBezTo>
                  <a:pt x="165697" y="332253"/>
                  <a:pt x="184771" y="332253"/>
                  <a:pt x="202347" y="329038"/>
                </a:cubicBezTo>
                <a:lnTo>
                  <a:pt x="208420" y="303965"/>
                </a:lnTo>
                <a:cubicBezTo>
                  <a:pt x="213993" y="280889"/>
                  <a:pt x="240780" y="265461"/>
                  <a:pt x="263571" y="272103"/>
                </a:cubicBezTo>
                <a:lnTo>
                  <a:pt x="288288" y="279389"/>
                </a:lnTo>
                <a:cubicBezTo>
                  <a:pt x="300074" y="265600"/>
                  <a:pt x="309362" y="249598"/>
                  <a:pt x="315436" y="232455"/>
                </a:cubicBezTo>
                <a:lnTo>
                  <a:pt x="296718" y="214668"/>
                </a:lnTo>
                <a:cubicBezTo>
                  <a:pt x="279574" y="198381"/>
                  <a:pt x="279574" y="167375"/>
                  <a:pt x="296718" y="151088"/>
                </a:cubicBezTo>
                <a:lnTo>
                  <a:pt x="315436" y="133301"/>
                </a:lnTo>
                <a:cubicBezTo>
                  <a:pt x="309362" y="116158"/>
                  <a:pt x="300077" y="100152"/>
                  <a:pt x="288288" y="86367"/>
                </a:cubicBezTo>
                <a:lnTo>
                  <a:pt x="263571" y="93653"/>
                </a:lnTo>
                <a:cubicBezTo>
                  <a:pt x="240853" y="100368"/>
                  <a:pt x="213993" y="84867"/>
                  <a:pt x="208420" y="61792"/>
                </a:cubicBezTo>
                <a:lnTo>
                  <a:pt x="202347" y="36719"/>
                </a:lnTo>
                <a:cubicBezTo>
                  <a:pt x="184775" y="33504"/>
                  <a:pt x="165700" y="33504"/>
                  <a:pt x="148125" y="36719"/>
                </a:cubicBezTo>
                <a:lnTo>
                  <a:pt x="148055" y="36719"/>
                </a:lnTo>
                <a:moveTo>
                  <a:pt x="140839" y="182880"/>
                </a:moveTo>
                <a:cubicBezTo>
                  <a:pt x="140839" y="201819"/>
                  <a:pt x="156191" y="217170"/>
                  <a:pt x="175129" y="217170"/>
                </a:cubicBezTo>
                <a:cubicBezTo>
                  <a:pt x="194067" y="217170"/>
                  <a:pt x="209418" y="201819"/>
                  <a:pt x="209418" y="182880"/>
                </a:cubicBezTo>
                <a:cubicBezTo>
                  <a:pt x="209418" y="163941"/>
                  <a:pt x="194067" y="148590"/>
                  <a:pt x="175129" y="148590"/>
                </a:cubicBezTo>
                <a:cubicBezTo>
                  <a:pt x="156191" y="148590"/>
                  <a:pt x="140839" y="163941"/>
                  <a:pt x="140839" y="182880"/>
                </a:cubicBezTo>
                <a:lnTo>
                  <a:pt x="140839" y="182880"/>
                </a:lnTo>
                <a:moveTo>
                  <a:pt x="175129" y="251460"/>
                </a:moveTo>
                <a:cubicBezTo>
                  <a:pt x="137253" y="251460"/>
                  <a:pt x="106550" y="220754"/>
                  <a:pt x="106550" y="182880"/>
                </a:cubicBezTo>
                <a:cubicBezTo>
                  <a:pt x="106550" y="145006"/>
                  <a:pt x="137253" y="114300"/>
                  <a:pt x="175129" y="114300"/>
                </a:cubicBezTo>
                <a:cubicBezTo>
                  <a:pt x="213005" y="114300"/>
                  <a:pt x="243708" y="145006"/>
                  <a:pt x="243708" y="182880"/>
                </a:cubicBezTo>
                <a:cubicBezTo>
                  <a:pt x="243708" y="220754"/>
                  <a:pt x="213005" y="251460"/>
                  <a:pt x="175129" y="25146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36757" cy="6858000"/>
          </a:xfrm>
          <a:prstGeom prst="rect">
            <a:avLst/>
          </a:pr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49496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49496" y="1"/>
            <a:ext cx="795528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Resumen y buenas prácticas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3758808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3867183" y="6309360"/>
            <a:ext cx="7031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Diseño y Realización de Pruebas en Desarrollo de Software Web y Multiplataforma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3440309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/>
              </a:rPr>
              <a:t>27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blipFill>
            <a:blip r:embed="rId4"/>
            <a:srcRect/>
            <a:stretch>
              <a:fillRect l="-128571" r="-128571"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95371" y="3608357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29"/>
              </a:spcBef>
              <a:buNone/>
            </a:pPr>
            <a:r>
              <a:rPr lang="en-US" sz="1235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Estas buenas prácticas contribuyen a entregar aplicaciones web y multiplataforma robustas y alineadas con estándares internacionales.</a:t>
            </a:r>
            <a:endParaRPr lang="en-US" sz="1235"/>
          </a:p>
        </p:txBody>
      </p:sp>
      <p:sp>
        <p:nvSpPr>
          <p:cNvPr id="13" name="Text 11"/>
          <p:cNvSpPr/>
          <p:nvPr/>
        </p:nvSpPr>
        <p:spPr>
          <a:xfrm>
            <a:off x="8395371" y="3146999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26"/>
              </a:spcBef>
              <a:buNone/>
            </a:pPr>
            <a:r>
              <a:rPr lang="en-US" sz="1437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Entrega de aplicaciones robustas y alineadas</a:t>
            </a:r>
            <a:endParaRPr lang="en-US" sz="1437"/>
          </a:p>
        </p:txBody>
      </p:sp>
      <p:sp>
        <p:nvSpPr>
          <p:cNvPr id="14" name="Text 12"/>
          <p:cNvSpPr/>
          <p:nvPr/>
        </p:nvSpPr>
        <p:spPr>
          <a:xfrm>
            <a:off x="7740930" y="3147000"/>
            <a:ext cx="430983" cy="457200"/>
          </a:xfrm>
          <a:custGeom>
            <a:avLst/>
            <a:gdLst/>
            <a:ahLst/>
            <a:cxnLst/>
            <a:rect l="l" t="t" r="r" b="b"/>
            <a:pathLst>
              <a:path w="430983" h="457200">
                <a:moveTo>
                  <a:pt x="215491" y="44353"/>
                </a:moveTo>
                <a:lnTo>
                  <a:pt x="51179" y="114030"/>
                </a:lnTo>
                <a:cubicBezTo>
                  <a:pt x="45882" y="116275"/>
                  <a:pt x="43008" y="121035"/>
                  <a:pt x="43098" y="125524"/>
                </a:cubicBezTo>
                <a:cubicBezTo>
                  <a:pt x="43547" y="207592"/>
                  <a:pt x="77577" y="349365"/>
                  <a:pt x="210462" y="412934"/>
                </a:cubicBezTo>
                <a:cubicBezTo>
                  <a:pt x="213694" y="414461"/>
                  <a:pt x="217465" y="414461"/>
                  <a:pt x="220607" y="412934"/>
                </a:cubicBezTo>
                <a:cubicBezTo>
                  <a:pt x="353492" y="349273"/>
                  <a:pt x="387523" y="207587"/>
                  <a:pt x="387880" y="125433"/>
                </a:cubicBezTo>
                <a:cubicBezTo>
                  <a:pt x="387880" y="120943"/>
                  <a:pt x="385096" y="116275"/>
                  <a:pt x="379799" y="113939"/>
                </a:cubicBezTo>
                <a:lnTo>
                  <a:pt x="215491" y="44353"/>
                </a:lnTo>
                <a:moveTo>
                  <a:pt x="227524" y="2606"/>
                </a:moveTo>
                <a:lnTo>
                  <a:pt x="396595" y="74345"/>
                </a:lnTo>
                <a:cubicBezTo>
                  <a:pt x="416347" y="82694"/>
                  <a:pt x="431073" y="102180"/>
                  <a:pt x="430983" y="125703"/>
                </a:cubicBezTo>
                <a:cubicBezTo>
                  <a:pt x="430534" y="214774"/>
                  <a:pt x="393901" y="377739"/>
                  <a:pt x="239195" y="451814"/>
                </a:cubicBezTo>
                <a:cubicBezTo>
                  <a:pt x="224202" y="458997"/>
                  <a:pt x="206781" y="458997"/>
                  <a:pt x="191787" y="451814"/>
                </a:cubicBezTo>
                <a:cubicBezTo>
                  <a:pt x="37082" y="377739"/>
                  <a:pt x="448" y="214774"/>
                  <a:pt x="0" y="125703"/>
                </a:cubicBezTo>
                <a:cubicBezTo>
                  <a:pt x="-90" y="102180"/>
                  <a:pt x="14636" y="82694"/>
                  <a:pt x="34388" y="74345"/>
                </a:cubicBezTo>
                <a:lnTo>
                  <a:pt x="203549" y="2606"/>
                </a:lnTo>
                <a:cubicBezTo>
                  <a:pt x="207229" y="901"/>
                  <a:pt x="211358" y="0"/>
                  <a:pt x="215491" y="0"/>
                </a:cubicBezTo>
                <a:cubicBezTo>
                  <a:pt x="219620" y="0"/>
                  <a:pt x="223753" y="896"/>
                  <a:pt x="227524" y="2606"/>
                </a:cubicBezTo>
                <a:lnTo>
                  <a:pt x="227524" y="260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95372" y="216720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29"/>
              </a:spcBef>
              <a:buNone/>
            </a:pPr>
            <a:r>
              <a:rPr lang="en-US" sz="1235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Además, la planificación adecuada y el uso de dobles de prueba permiten aislar y validar componentes complejos.</a:t>
            </a:r>
            <a:endParaRPr lang="en-US" sz="1235"/>
          </a:p>
        </p:txBody>
      </p:sp>
      <p:sp>
        <p:nvSpPr>
          <p:cNvPr id="16" name="Text 14"/>
          <p:cNvSpPr/>
          <p:nvPr/>
        </p:nvSpPr>
        <p:spPr>
          <a:xfrm>
            <a:off x="8395372" y="1709543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26"/>
              </a:spcBef>
              <a:buNone/>
            </a:pPr>
            <a:r>
              <a:rPr lang="en-US" sz="1437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Planificación y uso de dobles de prueba</a:t>
            </a:r>
            <a:endParaRPr lang="en-US" sz="1437"/>
          </a:p>
        </p:txBody>
      </p:sp>
      <p:sp>
        <p:nvSpPr>
          <p:cNvPr id="17" name="Text 15"/>
          <p:cNvSpPr/>
          <p:nvPr/>
        </p:nvSpPr>
        <p:spPr>
          <a:xfrm>
            <a:off x="7727821" y="168237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0"/>
                </a:moveTo>
                <a:cubicBezTo>
                  <a:pt x="431574" y="0"/>
                  <a:pt x="457200" y="25626"/>
                  <a:pt x="457200" y="57150"/>
                </a:cubicBezTo>
                <a:lnTo>
                  <a:pt x="457200" y="171450"/>
                </a:lnTo>
                <a:cubicBezTo>
                  <a:pt x="457200" y="179309"/>
                  <a:pt x="450772" y="185738"/>
                  <a:pt x="442913" y="185738"/>
                </a:cubicBezTo>
                <a:lnTo>
                  <a:pt x="396479" y="185738"/>
                </a:lnTo>
                <a:cubicBezTo>
                  <a:pt x="390586" y="185738"/>
                  <a:pt x="385763" y="190561"/>
                  <a:pt x="385763" y="196454"/>
                </a:cubicBezTo>
                <a:lnTo>
                  <a:pt x="385763" y="200025"/>
                </a:lnTo>
                <a:cubicBezTo>
                  <a:pt x="385763" y="215830"/>
                  <a:pt x="372993" y="228600"/>
                  <a:pt x="357188" y="228600"/>
                </a:cubicBezTo>
                <a:cubicBezTo>
                  <a:pt x="341382" y="228600"/>
                  <a:pt x="328613" y="215830"/>
                  <a:pt x="328613" y="200025"/>
                </a:cubicBezTo>
                <a:lnTo>
                  <a:pt x="328613" y="196454"/>
                </a:lnTo>
                <a:cubicBezTo>
                  <a:pt x="328613" y="190561"/>
                  <a:pt x="323789" y="185738"/>
                  <a:pt x="317896" y="185738"/>
                </a:cubicBezTo>
                <a:lnTo>
                  <a:pt x="285750" y="185738"/>
                </a:lnTo>
                <a:cubicBezTo>
                  <a:pt x="277891" y="185738"/>
                  <a:pt x="271462" y="179309"/>
                  <a:pt x="271462" y="171450"/>
                </a:cubicBezTo>
                <a:lnTo>
                  <a:pt x="271462" y="142875"/>
                </a:lnTo>
                <a:cubicBezTo>
                  <a:pt x="271462" y="135016"/>
                  <a:pt x="277891" y="128588"/>
                  <a:pt x="285750" y="128588"/>
                </a:cubicBezTo>
                <a:lnTo>
                  <a:pt x="300037" y="128588"/>
                </a:lnTo>
                <a:cubicBezTo>
                  <a:pt x="315843" y="128588"/>
                  <a:pt x="328613" y="115818"/>
                  <a:pt x="328613" y="100013"/>
                </a:cubicBezTo>
                <a:cubicBezTo>
                  <a:pt x="328613" y="84207"/>
                  <a:pt x="315843" y="71438"/>
                  <a:pt x="300038" y="71438"/>
                </a:cubicBezTo>
                <a:lnTo>
                  <a:pt x="285750" y="71438"/>
                </a:lnTo>
                <a:cubicBezTo>
                  <a:pt x="277891" y="71438"/>
                  <a:pt x="271463" y="65009"/>
                  <a:pt x="271463" y="57150"/>
                </a:cubicBezTo>
                <a:lnTo>
                  <a:pt x="271463" y="14288"/>
                </a:lnTo>
                <a:cubicBezTo>
                  <a:pt x="271463" y="6428"/>
                  <a:pt x="277891" y="0"/>
                  <a:pt x="285750" y="0"/>
                </a:cubicBezTo>
                <a:lnTo>
                  <a:pt x="400050" y="0"/>
                </a:lnTo>
              </a:path>
              <a:path w="457200" h="457200">
                <a:moveTo>
                  <a:pt x="0" y="214313"/>
                </a:moveTo>
                <a:lnTo>
                  <a:pt x="0" y="114300"/>
                </a:lnTo>
                <a:cubicBezTo>
                  <a:pt x="0" y="82776"/>
                  <a:pt x="25626" y="57150"/>
                  <a:pt x="57150" y="57150"/>
                </a:cubicBezTo>
                <a:lnTo>
                  <a:pt x="185738" y="57150"/>
                </a:lnTo>
                <a:cubicBezTo>
                  <a:pt x="193597" y="57150"/>
                  <a:pt x="200025" y="63578"/>
                  <a:pt x="200025" y="71438"/>
                </a:cubicBezTo>
                <a:lnTo>
                  <a:pt x="200025" y="117871"/>
                </a:lnTo>
                <a:cubicBezTo>
                  <a:pt x="200025" y="123764"/>
                  <a:pt x="204848" y="128588"/>
                  <a:pt x="210742" y="128588"/>
                </a:cubicBezTo>
                <a:lnTo>
                  <a:pt x="214313" y="128588"/>
                </a:lnTo>
                <a:cubicBezTo>
                  <a:pt x="230118" y="128588"/>
                  <a:pt x="242888" y="141357"/>
                  <a:pt x="242888" y="157163"/>
                </a:cubicBezTo>
                <a:cubicBezTo>
                  <a:pt x="242888" y="172968"/>
                  <a:pt x="230118" y="185738"/>
                  <a:pt x="214313" y="185738"/>
                </a:cubicBezTo>
                <a:lnTo>
                  <a:pt x="210742" y="185738"/>
                </a:lnTo>
                <a:cubicBezTo>
                  <a:pt x="204848" y="185738"/>
                  <a:pt x="200025" y="190561"/>
                  <a:pt x="200025" y="196454"/>
                </a:cubicBezTo>
                <a:lnTo>
                  <a:pt x="200025" y="242888"/>
                </a:lnTo>
                <a:cubicBezTo>
                  <a:pt x="200025" y="250747"/>
                  <a:pt x="193597" y="257175"/>
                  <a:pt x="185738" y="257175"/>
                </a:cubicBezTo>
                <a:lnTo>
                  <a:pt x="157163" y="257175"/>
                </a:lnTo>
                <a:cubicBezTo>
                  <a:pt x="149303" y="257175"/>
                  <a:pt x="142875" y="250747"/>
                  <a:pt x="142875" y="242888"/>
                </a:cubicBezTo>
                <a:lnTo>
                  <a:pt x="142875" y="228600"/>
                </a:lnTo>
                <a:cubicBezTo>
                  <a:pt x="142875" y="212795"/>
                  <a:pt x="130105" y="200025"/>
                  <a:pt x="114300" y="200025"/>
                </a:cubicBezTo>
                <a:cubicBezTo>
                  <a:pt x="98495" y="200025"/>
                  <a:pt x="85725" y="212795"/>
                  <a:pt x="85725" y="228600"/>
                </a:cubicBezTo>
                <a:lnTo>
                  <a:pt x="85725" y="242888"/>
                </a:lnTo>
                <a:cubicBezTo>
                  <a:pt x="85725" y="250747"/>
                  <a:pt x="79297" y="257175"/>
                  <a:pt x="71438" y="257175"/>
                </a:cubicBezTo>
                <a:lnTo>
                  <a:pt x="42863" y="257175"/>
                </a:lnTo>
                <a:lnTo>
                  <a:pt x="42863" y="392909"/>
                </a:lnTo>
                <a:cubicBezTo>
                  <a:pt x="42863" y="404787"/>
                  <a:pt x="52418" y="414342"/>
                  <a:pt x="64296" y="414342"/>
                </a:cubicBezTo>
                <a:lnTo>
                  <a:pt x="200030" y="414342"/>
                </a:lnTo>
                <a:lnTo>
                  <a:pt x="200030" y="382196"/>
                </a:lnTo>
                <a:cubicBezTo>
                  <a:pt x="200030" y="376303"/>
                  <a:pt x="195206" y="371480"/>
                  <a:pt x="189313" y="371480"/>
                </a:cubicBezTo>
                <a:lnTo>
                  <a:pt x="185742" y="371480"/>
                </a:lnTo>
                <a:cubicBezTo>
                  <a:pt x="169937" y="371480"/>
                  <a:pt x="157167" y="358710"/>
                  <a:pt x="157167" y="342905"/>
                </a:cubicBezTo>
                <a:cubicBezTo>
                  <a:pt x="157167" y="327099"/>
                  <a:pt x="169937" y="314330"/>
                  <a:pt x="185742" y="314330"/>
                </a:cubicBezTo>
                <a:lnTo>
                  <a:pt x="189313" y="314330"/>
                </a:lnTo>
                <a:cubicBezTo>
                  <a:pt x="195206" y="314330"/>
                  <a:pt x="200030" y="309506"/>
                  <a:pt x="200030" y="303613"/>
                </a:cubicBezTo>
                <a:lnTo>
                  <a:pt x="200030" y="271467"/>
                </a:lnTo>
                <a:cubicBezTo>
                  <a:pt x="200030" y="263608"/>
                  <a:pt x="206458" y="257180"/>
                  <a:pt x="214317" y="257180"/>
                </a:cubicBezTo>
                <a:lnTo>
                  <a:pt x="257180" y="257180"/>
                </a:lnTo>
                <a:cubicBezTo>
                  <a:pt x="265039" y="257180"/>
                  <a:pt x="271467" y="263608"/>
                  <a:pt x="271467" y="271467"/>
                </a:cubicBezTo>
                <a:lnTo>
                  <a:pt x="271467" y="285755"/>
                </a:lnTo>
                <a:cubicBezTo>
                  <a:pt x="271467" y="301560"/>
                  <a:pt x="284237" y="314330"/>
                  <a:pt x="300042" y="314330"/>
                </a:cubicBezTo>
                <a:cubicBezTo>
                  <a:pt x="315847" y="314330"/>
                  <a:pt x="328617" y="301560"/>
                  <a:pt x="328617" y="285755"/>
                </a:cubicBezTo>
                <a:lnTo>
                  <a:pt x="328617" y="271467"/>
                </a:lnTo>
                <a:cubicBezTo>
                  <a:pt x="328617" y="263608"/>
                  <a:pt x="335045" y="257180"/>
                  <a:pt x="342905" y="257180"/>
                </a:cubicBezTo>
                <a:lnTo>
                  <a:pt x="385767" y="257180"/>
                </a:lnTo>
                <a:cubicBezTo>
                  <a:pt x="393626" y="257180"/>
                  <a:pt x="400055" y="263608"/>
                  <a:pt x="400055" y="271467"/>
                </a:cubicBezTo>
                <a:lnTo>
                  <a:pt x="400055" y="400055"/>
                </a:lnTo>
                <a:cubicBezTo>
                  <a:pt x="400055" y="431579"/>
                  <a:pt x="374429" y="457205"/>
                  <a:pt x="342905" y="457205"/>
                </a:cubicBezTo>
                <a:lnTo>
                  <a:pt x="228605" y="457205"/>
                </a:lnTo>
                <a:lnTo>
                  <a:pt x="214317" y="457205"/>
                </a:lnTo>
                <a:lnTo>
                  <a:pt x="64301" y="457205"/>
                </a:lnTo>
                <a:cubicBezTo>
                  <a:pt x="28762" y="457205"/>
                  <a:pt x="9" y="428451"/>
                  <a:pt x="9" y="392913"/>
                </a:cubicBezTo>
                <a:lnTo>
                  <a:pt x="9" y="242897"/>
                </a:lnTo>
                <a:lnTo>
                  <a:pt x="0" y="21431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89719" y="50231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29"/>
              </a:spcBef>
              <a:buNone/>
            </a:pPr>
            <a:r>
              <a:rPr lang="en-US" sz="1235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Mantener una cultura de calidad mediante revisiones constantes, reportes claros y seguimiento riguroso de incidencias promueve el desarrollo profesional.</a:t>
            </a:r>
            <a:endParaRPr lang="en-US" sz="1235"/>
          </a:p>
        </p:txBody>
      </p:sp>
      <p:sp>
        <p:nvSpPr>
          <p:cNvPr id="19" name="Text 17"/>
          <p:cNvSpPr/>
          <p:nvPr/>
        </p:nvSpPr>
        <p:spPr>
          <a:xfrm>
            <a:off x="4289720" y="4584577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26"/>
              </a:spcBef>
              <a:buNone/>
            </a:pPr>
            <a:r>
              <a:rPr lang="en-US" sz="1437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Cultura de calidad y seguimiento riguroso</a:t>
            </a:r>
            <a:endParaRPr lang="en-US" sz="1437"/>
          </a:p>
        </p:txBody>
      </p:sp>
      <p:sp>
        <p:nvSpPr>
          <p:cNvPr id="20" name="Text 18"/>
          <p:cNvSpPr/>
          <p:nvPr/>
        </p:nvSpPr>
        <p:spPr>
          <a:xfrm>
            <a:off x="3714906" y="4582004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50032" y="57150"/>
                </a:moveTo>
                <a:lnTo>
                  <a:pt x="285752" y="57150"/>
                </a:lnTo>
                <a:cubicBezTo>
                  <a:pt x="317275" y="57150"/>
                  <a:pt x="342903" y="82776"/>
                  <a:pt x="342903" y="114300"/>
                </a:cubicBezTo>
                <a:lnTo>
                  <a:pt x="342903" y="400050"/>
                </a:lnTo>
                <a:cubicBezTo>
                  <a:pt x="342903" y="431574"/>
                  <a:pt x="317275" y="457200"/>
                  <a:pt x="285752" y="457200"/>
                </a:cubicBezTo>
                <a:lnTo>
                  <a:pt x="57151" y="457200"/>
                </a:lnTo>
                <a:cubicBezTo>
                  <a:pt x="25628" y="457200"/>
                  <a:pt x="0" y="431574"/>
                  <a:pt x="0" y="400050"/>
                </a:cubicBezTo>
                <a:lnTo>
                  <a:pt x="0" y="114300"/>
                </a:lnTo>
                <a:cubicBezTo>
                  <a:pt x="0" y="82776"/>
                  <a:pt x="25628" y="57150"/>
                  <a:pt x="57151" y="57150"/>
                </a:cubicBezTo>
                <a:lnTo>
                  <a:pt x="92871" y="57150"/>
                </a:lnTo>
                <a:lnTo>
                  <a:pt x="101444" y="57150"/>
                </a:lnTo>
                <a:cubicBezTo>
                  <a:pt x="108051" y="24556"/>
                  <a:pt x="136896" y="0"/>
                  <a:pt x="171453" y="0"/>
                </a:cubicBezTo>
                <a:cubicBezTo>
                  <a:pt x="206011" y="0"/>
                  <a:pt x="234856" y="24556"/>
                  <a:pt x="241463" y="57150"/>
                </a:cubicBezTo>
                <a:lnTo>
                  <a:pt x="250032" y="57150"/>
                </a:lnTo>
                <a:moveTo>
                  <a:pt x="57151" y="100013"/>
                </a:moveTo>
                <a:cubicBezTo>
                  <a:pt x="49292" y="100013"/>
                  <a:pt x="42863" y="106441"/>
                  <a:pt x="42863" y="114300"/>
                </a:cubicBezTo>
                <a:lnTo>
                  <a:pt x="42863" y="400050"/>
                </a:lnTo>
                <a:cubicBezTo>
                  <a:pt x="42863" y="407909"/>
                  <a:pt x="49292" y="414338"/>
                  <a:pt x="57151" y="414338"/>
                </a:cubicBezTo>
                <a:lnTo>
                  <a:pt x="285752" y="414338"/>
                </a:lnTo>
                <a:cubicBezTo>
                  <a:pt x="293612" y="414338"/>
                  <a:pt x="300041" y="407909"/>
                  <a:pt x="300041" y="400050"/>
                </a:cubicBezTo>
                <a:lnTo>
                  <a:pt x="300041" y="114300"/>
                </a:lnTo>
                <a:cubicBezTo>
                  <a:pt x="300041" y="106441"/>
                  <a:pt x="293612" y="100013"/>
                  <a:pt x="285752" y="100013"/>
                </a:cubicBezTo>
                <a:lnTo>
                  <a:pt x="271464" y="100013"/>
                </a:lnTo>
                <a:lnTo>
                  <a:pt x="271464" y="121446"/>
                </a:lnTo>
                <a:cubicBezTo>
                  <a:pt x="271464" y="133324"/>
                  <a:pt x="261910" y="142880"/>
                  <a:pt x="250032" y="142880"/>
                </a:cubicBezTo>
                <a:lnTo>
                  <a:pt x="171450" y="142880"/>
                </a:lnTo>
                <a:lnTo>
                  <a:pt x="92868" y="142880"/>
                </a:lnTo>
                <a:cubicBezTo>
                  <a:pt x="80990" y="142880"/>
                  <a:pt x="71436" y="133324"/>
                  <a:pt x="71436" y="121451"/>
                </a:cubicBezTo>
                <a:lnTo>
                  <a:pt x="71436" y="100022"/>
                </a:lnTo>
                <a:lnTo>
                  <a:pt x="57151" y="100013"/>
                </a:lnTo>
                <a:moveTo>
                  <a:pt x="171450" y="92871"/>
                </a:moveTo>
                <a:cubicBezTo>
                  <a:pt x="183287" y="92871"/>
                  <a:pt x="192881" y="83274"/>
                  <a:pt x="192881" y="71442"/>
                </a:cubicBezTo>
                <a:cubicBezTo>
                  <a:pt x="192881" y="59605"/>
                  <a:pt x="183287" y="50013"/>
                  <a:pt x="171450" y="50013"/>
                </a:cubicBezTo>
                <a:cubicBezTo>
                  <a:pt x="159613" y="50013"/>
                  <a:pt x="150019" y="59610"/>
                  <a:pt x="150019" y="71447"/>
                </a:cubicBezTo>
                <a:cubicBezTo>
                  <a:pt x="150019" y="83284"/>
                  <a:pt x="159613" y="92880"/>
                  <a:pt x="171450" y="92880"/>
                </a:cubicBezTo>
                <a:lnTo>
                  <a:pt x="171450" y="9287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8974" y="3608357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29"/>
              </a:spcBef>
              <a:buNone/>
            </a:pPr>
            <a:r>
              <a:rPr lang="en-US" sz="1235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Implementar metodologías estructuradas y utilizar herramientas avanzadas facilita la detección temprana de errores y mejora la fiabilidad del software.</a:t>
            </a:r>
            <a:endParaRPr lang="en-US" sz="1235"/>
          </a:p>
        </p:txBody>
      </p:sp>
      <p:sp>
        <p:nvSpPr>
          <p:cNvPr id="22" name="Text 20"/>
          <p:cNvSpPr/>
          <p:nvPr/>
        </p:nvSpPr>
        <p:spPr>
          <a:xfrm>
            <a:off x="4298974" y="3146999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26"/>
              </a:spcBef>
              <a:buNone/>
            </a:pPr>
            <a:r>
              <a:rPr lang="en-US" sz="1437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Metodologías estructuradas y herramientas avanzadas</a:t>
            </a:r>
            <a:endParaRPr lang="en-US" sz="1437"/>
          </a:p>
        </p:txBody>
      </p:sp>
      <p:sp>
        <p:nvSpPr>
          <p:cNvPr id="23" name="Text 21"/>
          <p:cNvSpPr/>
          <p:nvPr/>
        </p:nvSpPr>
        <p:spPr>
          <a:xfrm>
            <a:off x="3659189" y="3151229"/>
            <a:ext cx="437813" cy="457200"/>
          </a:xfrm>
          <a:custGeom>
            <a:avLst/>
            <a:gdLst/>
            <a:ahLst/>
            <a:cxnLst/>
            <a:rect l="l" t="t" r="r" b="b"/>
            <a:pathLst>
              <a:path w="437813" h="457200">
                <a:moveTo>
                  <a:pt x="218911" y="0"/>
                </a:moveTo>
                <a:cubicBezTo>
                  <a:pt x="234090" y="0"/>
                  <a:pt x="248914" y="1518"/>
                  <a:pt x="263380" y="4289"/>
                </a:cubicBezTo>
                <a:cubicBezTo>
                  <a:pt x="270433" y="5628"/>
                  <a:pt x="282845" y="9734"/>
                  <a:pt x="289631" y="22238"/>
                </a:cubicBezTo>
                <a:cubicBezTo>
                  <a:pt x="291417" y="25544"/>
                  <a:pt x="292845" y="29023"/>
                  <a:pt x="293738" y="32777"/>
                </a:cubicBezTo>
                <a:lnTo>
                  <a:pt x="302043" y="67158"/>
                </a:lnTo>
                <a:cubicBezTo>
                  <a:pt x="303295" y="72338"/>
                  <a:pt x="312043" y="77427"/>
                  <a:pt x="317134" y="75909"/>
                </a:cubicBezTo>
                <a:lnTo>
                  <a:pt x="351069" y="65905"/>
                </a:lnTo>
                <a:cubicBezTo>
                  <a:pt x="354642" y="64836"/>
                  <a:pt x="358302" y="64296"/>
                  <a:pt x="361962" y="64209"/>
                </a:cubicBezTo>
                <a:cubicBezTo>
                  <a:pt x="376340" y="63761"/>
                  <a:pt x="386073" y="72603"/>
                  <a:pt x="390805" y="77962"/>
                </a:cubicBezTo>
                <a:cubicBezTo>
                  <a:pt x="410542" y="100374"/>
                  <a:pt x="425721" y="126718"/>
                  <a:pt x="435366" y="155023"/>
                </a:cubicBezTo>
                <a:cubicBezTo>
                  <a:pt x="437686" y="161808"/>
                  <a:pt x="440366" y="174490"/>
                  <a:pt x="432954" y="186634"/>
                </a:cubicBezTo>
                <a:cubicBezTo>
                  <a:pt x="430988" y="189848"/>
                  <a:pt x="428580" y="192884"/>
                  <a:pt x="425808" y="195563"/>
                </a:cubicBezTo>
                <a:lnTo>
                  <a:pt x="400179" y="219941"/>
                </a:lnTo>
                <a:cubicBezTo>
                  <a:pt x="396427" y="223511"/>
                  <a:pt x="396427" y="233780"/>
                  <a:pt x="400179" y="237355"/>
                </a:cubicBezTo>
                <a:lnTo>
                  <a:pt x="425808" y="261733"/>
                </a:lnTo>
                <a:cubicBezTo>
                  <a:pt x="428575" y="264412"/>
                  <a:pt x="430988" y="267448"/>
                  <a:pt x="432954" y="270662"/>
                </a:cubicBezTo>
                <a:cubicBezTo>
                  <a:pt x="440274" y="282806"/>
                  <a:pt x="437599" y="295488"/>
                  <a:pt x="435366" y="302273"/>
                </a:cubicBezTo>
                <a:cubicBezTo>
                  <a:pt x="425721" y="330578"/>
                  <a:pt x="410542" y="356835"/>
                  <a:pt x="390805" y="379334"/>
                </a:cubicBezTo>
                <a:cubicBezTo>
                  <a:pt x="386073" y="384693"/>
                  <a:pt x="376248" y="393530"/>
                  <a:pt x="361962" y="393087"/>
                </a:cubicBezTo>
                <a:cubicBezTo>
                  <a:pt x="358302" y="392995"/>
                  <a:pt x="354642" y="392374"/>
                  <a:pt x="351069" y="391391"/>
                </a:cubicBezTo>
                <a:lnTo>
                  <a:pt x="317134" y="381300"/>
                </a:lnTo>
                <a:cubicBezTo>
                  <a:pt x="312043" y="379782"/>
                  <a:pt x="303295" y="384871"/>
                  <a:pt x="302043" y="390051"/>
                </a:cubicBezTo>
                <a:lnTo>
                  <a:pt x="293738" y="424432"/>
                </a:lnTo>
                <a:cubicBezTo>
                  <a:pt x="292845" y="428182"/>
                  <a:pt x="291417" y="431757"/>
                  <a:pt x="289631" y="434971"/>
                </a:cubicBezTo>
                <a:cubicBezTo>
                  <a:pt x="282753" y="447471"/>
                  <a:pt x="270341" y="451490"/>
                  <a:pt x="263380" y="452921"/>
                </a:cubicBezTo>
                <a:cubicBezTo>
                  <a:pt x="248914" y="455687"/>
                  <a:pt x="234090" y="457205"/>
                  <a:pt x="218911" y="457205"/>
                </a:cubicBezTo>
                <a:cubicBezTo>
                  <a:pt x="203732" y="457205"/>
                  <a:pt x="188908" y="455687"/>
                  <a:pt x="174442" y="452916"/>
                </a:cubicBezTo>
                <a:cubicBezTo>
                  <a:pt x="167389" y="451576"/>
                  <a:pt x="154977" y="447471"/>
                  <a:pt x="148191" y="434966"/>
                </a:cubicBezTo>
                <a:cubicBezTo>
                  <a:pt x="146405" y="431661"/>
                  <a:pt x="144978" y="428182"/>
                  <a:pt x="144084" y="424428"/>
                </a:cubicBezTo>
                <a:lnTo>
                  <a:pt x="135779" y="390046"/>
                </a:lnTo>
                <a:cubicBezTo>
                  <a:pt x="134527" y="384866"/>
                  <a:pt x="125779" y="379778"/>
                  <a:pt x="120688" y="381296"/>
                </a:cubicBezTo>
                <a:lnTo>
                  <a:pt x="86753" y="391295"/>
                </a:lnTo>
                <a:cubicBezTo>
                  <a:pt x="83180" y="392364"/>
                  <a:pt x="79520" y="392904"/>
                  <a:pt x="75860" y="392991"/>
                </a:cubicBezTo>
                <a:cubicBezTo>
                  <a:pt x="61482" y="393439"/>
                  <a:pt x="51750" y="384597"/>
                  <a:pt x="47017" y="379238"/>
                </a:cubicBezTo>
                <a:cubicBezTo>
                  <a:pt x="27372" y="356826"/>
                  <a:pt x="12101" y="330482"/>
                  <a:pt x="2456" y="302177"/>
                </a:cubicBezTo>
                <a:cubicBezTo>
                  <a:pt x="136" y="295392"/>
                  <a:pt x="-2544" y="282710"/>
                  <a:pt x="4869" y="270566"/>
                </a:cubicBezTo>
                <a:cubicBezTo>
                  <a:pt x="6834" y="267352"/>
                  <a:pt x="9242" y="264316"/>
                  <a:pt x="12014" y="261637"/>
                </a:cubicBezTo>
                <a:lnTo>
                  <a:pt x="37643" y="237259"/>
                </a:lnTo>
                <a:cubicBezTo>
                  <a:pt x="41395" y="233689"/>
                  <a:pt x="41395" y="223420"/>
                  <a:pt x="37643" y="219845"/>
                </a:cubicBezTo>
                <a:lnTo>
                  <a:pt x="11926" y="195467"/>
                </a:lnTo>
                <a:cubicBezTo>
                  <a:pt x="9159" y="192788"/>
                  <a:pt x="6747" y="189752"/>
                  <a:pt x="4781" y="186538"/>
                </a:cubicBezTo>
                <a:cubicBezTo>
                  <a:pt x="-2539" y="174394"/>
                  <a:pt x="136" y="161712"/>
                  <a:pt x="2461" y="155014"/>
                </a:cubicBezTo>
                <a:cubicBezTo>
                  <a:pt x="12106" y="126708"/>
                  <a:pt x="27285" y="100451"/>
                  <a:pt x="47021" y="77953"/>
                </a:cubicBezTo>
                <a:cubicBezTo>
                  <a:pt x="51754" y="72594"/>
                  <a:pt x="61579" y="63757"/>
                  <a:pt x="75864" y="64200"/>
                </a:cubicBezTo>
                <a:cubicBezTo>
                  <a:pt x="79525" y="64291"/>
                  <a:pt x="83185" y="64913"/>
                  <a:pt x="86757" y="65896"/>
                </a:cubicBezTo>
                <a:lnTo>
                  <a:pt x="120692" y="75900"/>
                </a:lnTo>
                <a:cubicBezTo>
                  <a:pt x="125784" y="77418"/>
                  <a:pt x="134531" y="72329"/>
                  <a:pt x="135784" y="67149"/>
                </a:cubicBezTo>
                <a:lnTo>
                  <a:pt x="144089" y="32768"/>
                </a:lnTo>
                <a:cubicBezTo>
                  <a:pt x="144982" y="29018"/>
                  <a:pt x="146409" y="25443"/>
                  <a:pt x="148196" y="22229"/>
                </a:cubicBezTo>
                <a:cubicBezTo>
                  <a:pt x="155074" y="9729"/>
                  <a:pt x="167486" y="5710"/>
                  <a:pt x="174447" y="4279"/>
                </a:cubicBezTo>
                <a:cubicBezTo>
                  <a:pt x="188912" y="1513"/>
                  <a:pt x="203737" y="-9"/>
                  <a:pt x="218916" y="-9"/>
                </a:cubicBezTo>
                <a:lnTo>
                  <a:pt x="218911" y="0"/>
                </a:lnTo>
                <a:moveTo>
                  <a:pt x="185068" y="45898"/>
                </a:moveTo>
                <a:lnTo>
                  <a:pt x="177476" y="77239"/>
                </a:lnTo>
                <a:cubicBezTo>
                  <a:pt x="170511" y="106084"/>
                  <a:pt x="137027" y="125369"/>
                  <a:pt x="108538" y="117066"/>
                </a:cubicBezTo>
                <a:lnTo>
                  <a:pt x="77729" y="107959"/>
                </a:lnTo>
                <a:cubicBezTo>
                  <a:pt x="62997" y="125195"/>
                  <a:pt x="51386" y="145198"/>
                  <a:pt x="43795" y="166627"/>
                </a:cubicBezTo>
                <a:lnTo>
                  <a:pt x="67191" y="188860"/>
                </a:lnTo>
                <a:cubicBezTo>
                  <a:pt x="88622" y="209219"/>
                  <a:pt x="88622" y="247976"/>
                  <a:pt x="67191" y="268335"/>
                </a:cubicBezTo>
                <a:lnTo>
                  <a:pt x="43795" y="290569"/>
                </a:lnTo>
                <a:cubicBezTo>
                  <a:pt x="51386" y="312002"/>
                  <a:pt x="62993" y="332000"/>
                  <a:pt x="77729" y="349237"/>
                </a:cubicBezTo>
                <a:lnTo>
                  <a:pt x="108626" y="340129"/>
                </a:lnTo>
                <a:cubicBezTo>
                  <a:pt x="137023" y="331735"/>
                  <a:pt x="170598" y="351111"/>
                  <a:pt x="177564" y="379956"/>
                </a:cubicBezTo>
                <a:lnTo>
                  <a:pt x="185156" y="411297"/>
                </a:lnTo>
                <a:cubicBezTo>
                  <a:pt x="207121" y="415316"/>
                  <a:pt x="230964" y="415316"/>
                  <a:pt x="252934" y="411297"/>
                </a:cubicBezTo>
                <a:lnTo>
                  <a:pt x="260525" y="379956"/>
                </a:lnTo>
                <a:cubicBezTo>
                  <a:pt x="267491" y="351111"/>
                  <a:pt x="300975" y="331827"/>
                  <a:pt x="329463" y="340129"/>
                </a:cubicBezTo>
                <a:lnTo>
                  <a:pt x="360360" y="349237"/>
                </a:lnTo>
                <a:cubicBezTo>
                  <a:pt x="375092" y="332000"/>
                  <a:pt x="386703" y="311998"/>
                  <a:pt x="394295" y="290569"/>
                </a:cubicBezTo>
                <a:lnTo>
                  <a:pt x="370898" y="268335"/>
                </a:lnTo>
                <a:cubicBezTo>
                  <a:pt x="349467" y="247976"/>
                  <a:pt x="349467" y="209219"/>
                  <a:pt x="370898" y="188860"/>
                </a:cubicBezTo>
                <a:lnTo>
                  <a:pt x="394295" y="166627"/>
                </a:lnTo>
                <a:cubicBezTo>
                  <a:pt x="386703" y="145198"/>
                  <a:pt x="375097" y="125191"/>
                  <a:pt x="360360" y="107959"/>
                </a:cubicBezTo>
                <a:lnTo>
                  <a:pt x="329463" y="117066"/>
                </a:lnTo>
                <a:cubicBezTo>
                  <a:pt x="301067" y="125460"/>
                  <a:pt x="267491" y="106084"/>
                  <a:pt x="260525" y="77239"/>
                </a:cubicBezTo>
                <a:lnTo>
                  <a:pt x="252934" y="45898"/>
                </a:lnTo>
                <a:cubicBezTo>
                  <a:pt x="230968" y="41880"/>
                  <a:pt x="207125" y="41880"/>
                  <a:pt x="185156" y="45898"/>
                </a:cubicBezTo>
                <a:lnTo>
                  <a:pt x="185068" y="45898"/>
                </a:lnTo>
                <a:moveTo>
                  <a:pt x="176049" y="228600"/>
                </a:moveTo>
                <a:cubicBezTo>
                  <a:pt x="176049" y="252274"/>
                  <a:pt x="195238" y="271463"/>
                  <a:pt x="218911" y="271463"/>
                </a:cubicBezTo>
                <a:cubicBezTo>
                  <a:pt x="242584" y="271463"/>
                  <a:pt x="261773" y="252274"/>
                  <a:pt x="261773" y="228600"/>
                </a:cubicBezTo>
                <a:cubicBezTo>
                  <a:pt x="261773" y="204926"/>
                  <a:pt x="242584" y="185738"/>
                  <a:pt x="218911" y="185738"/>
                </a:cubicBezTo>
                <a:cubicBezTo>
                  <a:pt x="195238" y="185738"/>
                  <a:pt x="176049" y="204926"/>
                  <a:pt x="176049" y="228600"/>
                </a:cubicBezTo>
                <a:moveTo>
                  <a:pt x="218911" y="314325"/>
                </a:moveTo>
                <a:cubicBezTo>
                  <a:pt x="171566" y="314325"/>
                  <a:pt x="133187" y="275943"/>
                  <a:pt x="133187" y="228600"/>
                </a:cubicBezTo>
                <a:cubicBezTo>
                  <a:pt x="133187" y="181257"/>
                  <a:pt x="171566" y="142875"/>
                  <a:pt x="218911" y="142875"/>
                </a:cubicBezTo>
                <a:cubicBezTo>
                  <a:pt x="266256" y="142875"/>
                  <a:pt x="304635" y="181257"/>
                  <a:pt x="304635" y="228600"/>
                </a:cubicBezTo>
                <a:cubicBezTo>
                  <a:pt x="304635" y="275943"/>
                  <a:pt x="266256" y="314325"/>
                  <a:pt x="218911" y="31432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89720" y="216147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29"/>
              </a:spcBef>
              <a:buNone/>
            </a:pPr>
            <a:r>
              <a:rPr lang="en-US" sz="1235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La integración efectiva de pruebas unitarias, funcionales y de integración, junto con la automatización y correcta documentación, asegura un desarrollo sostenible y de alta calidad.</a:t>
            </a:r>
            <a:endParaRPr lang="en-US" sz="1235"/>
          </a:p>
        </p:txBody>
      </p:sp>
      <p:sp>
        <p:nvSpPr>
          <p:cNvPr id="25" name="Text 23"/>
          <p:cNvSpPr/>
          <p:nvPr/>
        </p:nvSpPr>
        <p:spPr>
          <a:xfrm>
            <a:off x="4289720" y="1709543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26"/>
              </a:spcBef>
              <a:buNone/>
            </a:pPr>
            <a:r>
              <a:rPr lang="en-US" sz="1437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Integración de pruebas y automatización</a:t>
            </a:r>
            <a:endParaRPr lang="en-US" sz="1437"/>
          </a:p>
        </p:txBody>
      </p:sp>
      <p:sp>
        <p:nvSpPr>
          <p:cNvPr id="26" name="Text 24"/>
          <p:cNvSpPr/>
          <p:nvPr/>
        </p:nvSpPr>
        <p:spPr>
          <a:xfrm>
            <a:off x="3649541" y="1682374"/>
            <a:ext cx="457111" cy="457200"/>
          </a:xfrm>
          <a:custGeom>
            <a:avLst/>
            <a:gdLst/>
            <a:ahLst/>
            <a:cxnLst/>
            <a:rect l="l" t="t" r="r" b="b"/>
            <a:pathLst>
              <a:path w="457111" h="457200">
                <a:moveTo>
                  <a:pt x="168089" y="32777"/>
                </a:moveTo>
                <a:cubicBezTo>
                  <a:pt x="172733" y="13574"/>
                  <a:pt x="189971" y="0"/>
                  <a:pt x="209800" y="0"/>
                </a:cubicBezTo>
                <a:lnTo>
                  <a:pt x="247489" y="0"/>
                </a:lnTo>
                <a:cubicBezTo>
                  <a:pt x="267318" y="0"/>
                  <a:pt x="284556" y="13574"/>
                  <a:pt x="289200" y="32777"/>
                </a:cubicBezTo>
                <a:lnTo>
                  <a:pt x="296523" y="63414"/>
                </a:lnTo>
                <a:lnTo>
                  <a:pt x="297506" y="63770"/>
                </a:lnTo>
                <a:lnTo>
                  <a:pt x="324302" y="47338"/>
                </a:lnTo>
                <a:cubicBezTo>
                  <a:pt x="341183" y="36978"/>
                  <a:pt x="362973" y="39566"/>
                  <a:pt x="376997" y="53588"/>
                </a:cubicBezTo>
                <a:lnTo>
                  <a:pt x="403615" y="80202"/>
                </a:lnTo>
                <a:cubicBezTo>
                  <a:pt x="417639" y="94224"/>
                  <a:pt x="420226" y="116019"/>
                  <a:pt x="409868" y="132899"/>
                </a:cubicBezTo>
                <a:lnTo>
                  <a:pt x="393435" y="159695"/>
                </a:lnTo>
                <a:lnTo>
                  <a:pt x="393792" y="160678"/>
                </a:lnTo>
                <a:lnTo>
                  <a:pt x="424336" y="168090"/>
                </a:lnTo>
                <a:cubicBezTo>
                  <a:pt x="443626" y="172735"/>
                  <a:pt x="457115" y="189971"/>
                  <a:pt x="457115" y="209800"/>
                </a:cubicBezTo>
                <a:lnTo>
                  <a:pt x="457115" y="247492"/>
                </a:lnTo>
                <a:cubicBezTo>
                  <a:pt x="457115" y="267320"/>
                  <a:pt x="443539" y="284557"/>
                  <a:pt x="424336" y="289202"/>
                </a:cubicBezTo>
                <a:lnTo>
                  <a:pt x="393878" y="296526"/>
                </a:lnTo>
                <a:lnTo>
                  <a:pt x="393522" y="297509"/>
                </a:lnTo>
                <a:lnTo>
                  <a:pt x="409955" y="324306"/>
                </a:lnTo>
                <a:cubicBezTo>
                  <a:pt x="420318" y="341186"/>
                  <a:pt x="417726" y="362980"/>
                  <a:pt x="403702" y="377003"/>
                </a:cubicBezTo>
                <a:lnTo>
                  <a:pt x="377084" y="403616"/>
                </a:lnTo>
                <a:cubicBezTo>
                  <a:pt x="363060" y="417638"/>
                  <a:pt x="341270" y="420231"/>
                  <a:pt x="324388" y="409866"/>
                </a:cubicBezTo>
                <a:lnTo>
                  <a:pt x="297593" y="393434"/>
                </a:lnTo>
                <a:lnTo>
                  <a:pt x="296523" y="393882"/>
                </a:lnTo>
                <a:lnTo>
                  <a:pt x="289109" y="424428"/>
                </a:lnTo>
                <a:cubicBezTo>
                  <a:pt x="284464" y="443722"/>
                  <a:pt x="267227" y="457205"/>
                  <a:pt x="247397" y="457205"/>
                </a:cubicBezTo>
                <a:lnTo>
                  <a:pt x="209708" y="457205"/>
                </a:lnTo>
                <a:cubicBezTo>
                  <a:pt x="189879" y="457205"/>
                  <a:pt x="172641" y="443630"/>
                  <a:pt x="167997" y="424428"/>
                </a:cubicBezTo>
                <a:lnTo>
                  <a:pt x="160761" y="393882"/>
                </a:lnTo>
                <a:lnTo>
                  <a:pt x="159778" y="393526"/>
                </a:lnTo>
                <a:lnTo>
                  <a:pt x="132983" y="409958"/>
                </a:lnTo>
                <a:cubicBezTo>
                  <a:pt x="116101" y="420318"/>
                  <a:pt x="94311" y="417730"/>
                  <a:pt x="80287" y="403708"/>
                </a:cubicBezTo>
                <a:lnTo>
                  <a:pt x="53669" y="377003"/>
                </a:lnTo>
                <a:cubicBezTo>
                  <a:pt x="39645" y="362980"/>
                  <a:pt x="37058" y="341186"/>
                  <a:pt x="47416" y="324306"/>
                </a:cubicBezTo>
                <a:lnTo>
                  <a:pt x="63849" y="297509"/>
                </a:lnTo>
                <a:lnTo>
                  <a:pt x="63401" y="296526"/>
                </a:lnTo>
                <a:lnTo>
                  <a:pt x="32857" y="289115"/>
                </a:lnTo>
                <a:cubicBezTo>
                  <a:pt x="13567" y="284561"/>
                  <a:pt x="-9" y="267320"/>
                  <a:pt x="-9" y="247496"/>
                </a:cubicBezTo>
                <a:lnTo>
                  <a:pt x="-9" y="209805"/>
                </a:lnTo>
                <a:cubicBezTo>
                  <a:pt x="-9" y="189976"/>
                  <a:pt x="13567" y="172739"/>
                  <a:pt x="32770" y="168094"/>
                </a:cubicBezTo>
                <a:lnTo>
                  <a:pt x="63406" y="160770"/>
                </a:lnTo>
                <a:lnTo>
                  <a:pt x="63762" y="159787"/>
                </a:lnTo>
                <a:lnTo>
                  <a:pt x="47329" y="132990"/>
                </a:lnTo>
                <a:cubicBezTo>
                  <a:pt x="36966" y="116111"/>
                  <a:pt x="39558" y="94316"/>
                  <a:pt x="53582" y="80293"/>
                </a:cubicBezTo>
                <a:lnTo>
                  <a:pt x="80287" y="53680"/>
                </a:lnTo>
                <a:cubicBezTo>
                  <a:pt x="94311" y="39658"/>
                  <a:pt x="116101" y="37065"/>
                  <a:pt x="132983" y="47430"/>
                </a:cubicBezTo>
                <a:lnTo>
                  <a:pt x="159778" y="63862"/>
                </a:lnTo>
                <a:lnTo>
                  <a:pt x="160761" y="63414"/>
                </a:lnTo>
                <a:lnTo>
                  <a:pt x="168175" y="32868"/>
                </a:lnTo>
                <a:lnTo>
                  <a:pt x="168089" y="32777"/>
                </a:lnTo>
                <a:moveTo>
                  <a:pt x="247489" y="42872"/>
                </a:moveTo>
                <a:lnTo>
                  <a:pt x="209800" y="42872"/>
                </a:lnTo>
                <a:lnTo>
                  <a:pt x="199707" y="84491"/>
                </a:lnTo>
                <a:cubicBezTo>
                  <a:pt x="198011" y="91637"/>
                  <a:pt x="192649" y="97443"/>
                  <a:pt x="185683" y="99761"/>
                </a:cubicBezTo>
                <a:cubicBezTo>
                  <a:pt x="179608" y="101814"/>
                  <a:pt x="173624" y="104228"/>
                  <a:pt x="167910" y="107085"/>
                </a:cubicBezTo>
                <a:cubicBezTo>
                  <a:pt x="161301" y="110391"/>
                  <a:pt x="153443" y="110034"/>
                  <a:pt x="147098" y="106194"/>
                </a:cubicBezTo>
                <a:lnTo>
                  <a:pt x="110570" y="83956"/>
                </a:lnTo>
                <a:lnTo>
                  <a:pt x="83953" y="110569"/>
                </a:lnTo>
                <a:lnTo>
                  <a:pt x="106283" y="147100"/>
                </a:lnTo>
                <a:cubicBezTo>
                  <a:pt x="110123" y="153441"/>
                  <a:pt x="110479" y="161300"/>
                  <a:pt x="107174" y="167911"/>
                </a:cubicBezTo>
                <a:cubicBezTo>
                  <a:pt x="104317" y="173626"/>
                  <a:pt x="101817" y="179524"/>
                  <a:pt x="99851" y="185683"/>
                </a:cubicBezTo>
                <a:cubicBezTo>
                  <a:pt x="97529" y="192737"/>
                  <a:pt x="91724" y="198009"/>
                  <a:pt x="84579" y="199705"/>
                </a:cubicBezTo>
                <a:lnTo>
                  <a:pt x="42868" y="209795"/>
                </a:lnTo>
                <a:lnTo>
                  <a:pt x="42868" y="247487"/>
                </a:lnTo>
                <a:lnTo>
                  <a:pt x="84488" y="257577"/>
                </a:lnTo>
                <a:cubicBezTo>
                  <a:pt x="91632" y="259274"/>
                  <a:pt x="97438" y="264632"/>
                  <a:pt x="99760" y="271600"/>
                </a:cubicBezTo>
                <a:cubicBezTo>
                  <a:pt x="101812" y="277671"/>
                  <a:pt x="104226" y="283656"/>
                  <a:pt x="107083" y="289371"/>
                </a:cubicBezTo>
                <a:cubicBezTo>
                  <a:pt x="110388" y="295982"/>
                  <a:pt x="110031" y="303841"/>
                  <a:pt x="106191" y="310183"/>
                </a:cubicBezTo>
                <a:lnTo>
                  <a:pt x="83953" y="346713"/>
                </a:lnTo>
                <a:lnTo>
                  <a:pt x="110571" y="373327"/>
                </a:lnTo>
                <a:lnTo>
                  <a:pt x="147098" y="350997"/>
                </a:lnTo>
                <a:cubicBezTo>
                  <a:pt x="153438" y="347157"/>
                  <a:pt x="161301" y="346800"/>
                  <a:pt x="167911" y="350105"/>
                </a:cubicBezTo>
                <a:cubicBezTo>
                  <a:pt x="173624" y="352963"/>
                  <a:pt x="179521" y="355464"/>
                  <a:pt x="185683" y="357430"/>
                </a:cubicBezTo>
                <a:cubicBezTo>
                  <a:pt x="192741" y="359752"/>
                  <a:pt x="198007" y="365559"/>
                  <a:pt x="199707" y="372700"/>
                </a:cubicBezTo>
                <a:lnTo>
                  <a:pt x="209800" y="414411"/>
                </a:lnTo>
                <a:lnTo>
                  <a:pt x="247489" y="414411"/>
                </a:lnTo>
                <a:lnTo>
                  <a:pt x="257582" y="372792"/>
                </a:lnTo>
                <a:cubicBezTo>
                  <a:pt x="259278" y="365646"/>
                  <a:pt x="264640" y="359839"/>
                  <a:pt x="271606" y="357521"/>
                </a:cubicBezTo>
                <a:cubicBezTo>
                  <a:pt x="277681" y="355468"/>
                  <a:pt x="283665" y="353054"/>
                  <a:pt x="289379" y="350197"/>
                </a:cubicBezTo>
                <a:cubicBezTo>
                  <a:pt x="295988" y="346891"/>
                  <a:pt x="303846" y="347248"/>
                  <a:pt x="310191" y="351088"/>
                </a:cubicBezTo>
                <a:lnTo>
                  <a:pt x="346718" y="373418"/>
                </a:lnTo>
                <a:lnTo>
                  <a:pt x="373336" y="346713"/>
                </a:lnTo>
                <a:lnTo>
                  <a:pt x="351006" y="310183"/>
                </a:lnTo>
                <a:cubicBezTo>
                  <a:pt x="347166" y="303841"/>
                  <a:pt x="346810" y="295982"/>
                  <a:pt x="350115" y="289371"/>
                </a:cubicBezTo>
                <a:cubicBezTo>
                  <a:pt x="352972" y="283656"/>
                  <a:pt x="355472" y="277758"/>
                  <a:pt x="357438" y="271600"/>
                </a:cubicBezTo>
                <a:cubicBezTo>
                  <a:pt x="359760" y="264545"/>
                  <a:pt x="365565" y="259274"/>
                  <a:pt x="372710" y="257577"/>
                </a:cubicBezTo>
                <a:lnTo>
                  <a:pt x="414421" y="247487"/>
                </a:lnTo>
                <a:lnTo>
                  <a:pt x="414421" y="209795"/>
                </a:lnTo>
                <a:lnTo>
                  <a:pt x="372801" y="199705"/>
                </a:lnTo>
                <a:cubicBezTo>
                  <a:pt x="365657" y="198009"/>
                  <a:pt x="359851" y="192650"/>
                  <a:pt x="357529" y="185683"/>
                </a:cubicBezTo>
                <a:cubicBezTo>
                  <a:pt x="355477" y="179611"/>
                  <a:pt x="353063" y="173626"/>
                  <a:pt x="350206" y="167911"/>
                </a:cubicBezTo>
                <a:cubicBezTo>
                  <a:pt x="346901" y="161300"/>
                  <a:pt x="347258" y="153441"/>
                  <a:pt x="351098" y="147100"/>
                </a:cubicBezTo>
                <a:lnTo>
                  <a:pt x="373427" y="110569"/>
                </a:lnTo>
                <a:lnTo>
                  <a:pt x="346723" y="83956"/>
                </a:lnTo>
                <a:lnTo>
                  <a:pt x="310195" y="106285"/>
                </a:lnTo>
                <a:cubicBezTo>
                  <a:pt x="303855" y="110126"/>
                  <a:pt x="295993" y="110482"/>
                  <a:pt x="289383" y="107177"/>
                </a:cubicBezTo>
                <a:cubicBezTo>
                  <a:pt x="283669" y="104319"/>
                  <a:pt x="277772" y="101818"/>
                  <a:pt x="271611" y="99852"/>
                </a:cubicBezTo>
                <a:cubicBezTo>
                  <a:pt x="264553" y="97530"/>
                  <a:pt x="259287" y="91723"/>
                  <a:pt x="257586" y="84582"/>
                </a:cubicBezTo>
                <a:lnTo>
                  <a:pt x="247489" y="42872"/>
                </a:lnTo>
                <a:moveTo>
                  <a:pt x="260530" y="145851"/>
                </a:moveTo>
                <a:lnTo>
                  <a:pt x="231952" y="317333"/>
                </a:lnTo>
                <a:cubicBezTo>
                  <a:pt x="230343" y="327067"/>
                  <a:pt x="221146" y="333678"/>
                  <a:pt x="211409" y="331982"/>
                </a:cubicBezTo>
                <a:cubicBezTo>
                  <a:pt x="201673" y="330286"/>
                  <a:pt x="195063" y="321174"/>
                  <a:pt x="196763" y="311440"/>
                </a:cubicBezTo>
                <a:lnTo>
                  <a:pt x="225342" y="139958"/>
                </a:lnTo>
                <a:cubicBezTo>
                  <a:pt x="226951" y="130224"/>
                  <a:pt x="236148" y="123613"/>
                  <a:pt x="245884" y="125309"/>
                </a:cubicBezTo>
                <a:cubicBezTo>
                  <a:pt x="255621" y="127006"/>
                  <a:pt x="262231" y="136118"/>
                  <a:pt x="260530" y="145851"/>
                </a:cubicBezTo>
                <a:lnTo>
                  <a:pt x="260530" y="145851"/>
                </a:lnTo>
                <a:moveTo>
                  <a:pt x="176934" y="205603"/>
                </a:moveTo>
                <a:lnTo>
                  <a:pt x="153891" y="228646"/>
                </a:lnTo>
                <a:lnTo>
                  <a:pt x="177025" y="251780"/>
                </a:lnTo>
                <a:cubicBezTo>
                  <a:pt x="183992" y="258748"/>
                  <a:pt x="183992" y="270091"/>
                  <a:pt x="177025" y="277054"/>
                </a:cubicBezTo>
                <a:cubicBezTo>
                  <a:pt x="170059" y="284022"/>
                  <a:pt x="158718" y="284022"/>
                  <a:pt x="151747" y="277054"/>
                </a:cubicBezTo>
                <a:lnTo>
                  <a:pt x="116019" y="241328"/>
                </a:lnTo>
                <a:cubicBezTo>
                  <a:pt x="109053" y="234361"/>
                  <a:pt x="109053" y="223018"/>
                  <a:pt x="116019" y="216054"/>
                </a:cubicBezTo>
                <a:lnTo>
                  <a:pt x="151747" y="180329"/>
                </a:lnTo>
                <a:cubicBezTo>
                  <a:pt x="158713" y="173361"/>
                  <a:pt x="170054" y="173361"/>
                  <a:pt x="177025" y="180329"/>
                </a:cubicBezTo>
                <a:cubicBezTo>
                  <a:pt x="183992" y="187297"/>
                  <a:pt x="183992" y="198640"/>
                  <a:pt x="177025" y="205603"/>
                </a:cubicBezTo>
                <a:lnTo>
                  <a:pt x="176934" y="205603"/>
                </a:lnTo>
                <a:moveTo>
                  <a:pt x="305546" y="180324"/>
                </a:moveTo>
                <a:lnTo>
                  <a:pt x="341274" y="216050"/>
                </a:lnTo>
                <a:cubicBezTo>
                  <a:pt x="348241" y="223018"/>
                  <a:pt x="348241" y="234361"/>
                  <a:pt x="341274" y="241324"/>
                </a:cubicBezTo>
                <a:lnTo>
                  <a:pt x="305546" y="277049"/>
                </a:lnTo>
                <a:cubicBezTo>
                  <a:pt x="298580" y="284017"/>
                  <a:pt x="287239" y="284017"/>
                  <a:pt x="280268" y="277049"/>
                </a:cubicBezTo>
                <a:cubicBezTo>
                  <a:pt x="273302" y="270082"/>
                  <a:pt x="273302" y="258739"/>
                  <a:pt x="280268" y="251775"/>
                </a:cubicBezTo>
                <a:lnTo>
                  <a:pt x="303403" y="228641"/>
                </a:lnTo>
                <a:lnTo>
                  <a:pt x="280268" y="205507"/>
                </a:lnTo>
                <a:cubicBezTo>
                  <a:pt x="273302" y="198539"/>
                  <a:pt x="273302" y="187196"/>
                  <a:pt x="280268" y="180233"/>
                </a:cubicBezTo>
                <a:cubicBezTo>
                  <a:pt x="287235" y="173265"/>
                  <a:pt x="298576" y="173265"/>
                  <a:pt x="305546" y="180233"/>
                </a:cubicBezTo>
                <a:lnTo>
                  <a:pt x="305546" y="18032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8B3E93402969C40A9AD03CBB9440E20" ma:contentTypeVersion="5" ma:contentTypeDescription="Crear nuevo documento." ma:contentTypeScope="" ma:versionID="b9a4e045d4a6414796634255597e3372">
  <xsd:schema xmlns:xsd="http://www.w3.org/2001/XMLSchema" xmlns:xs="http://www.w3.org/2001/XMLSchema" xmlns:p="http://schemas.microsoft.com/office/2006/metadata/properties" xmlns:ns3="ba046d86-c878-4c90-954e-acd12989ff30" targetNamespace="http://schemas.microsoft.com/office/2006/metadata/properties" ma:root="true" ma:fieldsID="018eb4c18c270d5ef0f1060b30ba69db" ns3:_="">
    <xsd:import namespace="ba046d86-c878-4c90-954e-acd12989ff3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046d86-c878-4c90-954e-acd12989ff3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a046d86-c878-4c90-954e-acd12989ff30" xsi:nil="true"/>
  </documentManagement>
</p:properties>
</file>

<file path=customXml/itemProps1.xml><?xml version="1.0" encoding="utf-8"?>
<ds:datastoreItem xmlns:ds="http://schemas.openxmlformats.org/officeDocument/2006/customXml" ds:itemID="{59229748-FCBE-4ECA-A83B-5694458102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72FEFF-2A0C-42EA-A810-D94069187ABA}">
  <ds:schemaRefs>
    <ds:schemaRef ds:uri="ba046d86-c878-4c90-954e-acd12989ff3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F98A5B0-D429-4B41-8EF7-4501546679DF}">
  <ds:schemaRefs>
    <ds:schemaRef ds:uri="ba046d86-c878-4c90-954e-acd12989ff3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26</Slides>
  <Notes>26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7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SlideSpeak</dc:creator>
  <cp:revision>112</cp:revision>
  <dcterms:created xsi:type="dcterms:W3CDTF">2025-12-10T20:07:43Z</dcterms:created>
  <dcterms:modified xsi:type="dcterms:W3CDTF">2025-12-11T12:14:09Z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0x010100E8B3E93402969C40A9AD03CBB9440E20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2025-12-11T09:13:22Z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baebe467-47d5-48b9-8830-0d54fa0099cf</vt:lpwstr>
  </property>
  <property fmtid="{D5CDD505-2E9C-101B-9397-08002B2CF9AE}" pid="8" name="MSIP_Label_defa4170-0d19-0005-0004-bc88714345d2_ActionId">
    <vt:lpwstr>14b1d8b8-3402-4ffd-b675-57bbe7ecba6f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